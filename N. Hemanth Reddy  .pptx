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8" r:id="rId3"/>
    <p:sldId id="289" r:id="rId4"/>
    <p:sldId id="279" r:id="rId5"/>
    <p:sldId id="291" r:id="rId6"/>
    <p:sldId id="269" r:id="rId7"/>
    <p:sldId id="268" r:id="rId8"/>
    <p:sldId id="267" r:id="rId9"/>
    <p:sldId id="290" r:id="rId10"/>
    <p:sldId id="272" r:id="rId11"/>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521415D9-36F7-43E2-AB2F-B90AF26B5E84}">
      <p14:sectionLst xmlns:p14="http://schemas.microsoft.com/office/powerpoint/2010/main">
        <p14:section name="Default Section" id="{726C2F58-59E7-43A4-BFC6-E6123693764B}">
          <p14:sldIdLst>
            <p14:sldId id="256"/>
            <p14:sldId id="258"/>
            <p14:sldId id="289"/>
            <p14:sldId id="279"/>
            <p14:sldId id="291"/>
            <p14:sldId id="269"/>
            <p14:sldId id="268"/>
            <p14:sldId id="267"/>
            <p14:sldId id="290"/>
            <p14:sldId id="27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0B6356-B465-4293-8EB4-AC27583D1638}" v="66" dt="2026-07-15T06:19:26.9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varScale="1">
        <p:scale>
          <a:sx n="78" d="100"/>
          <a:sy n="78" d="100"/>
        </p:scale>
        <p:origin x="629"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ddy hemanth" userId="51ec91c9be0baece" providerId="LiveId" clId="{EF896774-5661-4103-B70E-67E50858C91F}"/>
    <pc:docChg chg="undo redo custSel addSld delSld modSld sldOrd addSection delSection modSection">
      <pc:chgData name="reddy hemanth" userId="51ec91c9be0baece" providerId="LiveId" clId="{EF896774-5661-4103-B70E-67E50858C91F}" dt="2026-07-15T06:19:54.209" v="1591" actId="5793"/>
      <pc:docMkLst>
        <pc:docMk/>
      </pc:docMkLst>
      <pc:sldChg chg="modSp add del mod modTransition">
        <pc:chgData name="reddy hemanth" userId="51ec91c9be0baece" providerId="LiveId" clId="{EF896774-5661-4103-B70E-67E50858C91F}" dt="2026-07-15T04:05:00.204" v="698" actId="113"/>
        <pc:sldMkLst>
          <pc:docMk/>
          <pc:sldMk cId="0" sldId="256"/>
        </pc:sldMkLst>
        <pc:spChg chg="mod">
          <ac:chgData name="reddy hemanth" userId="51ec91c9be0baece" providerId="LiveId" clId="{EF896774-5661-4103-B70E-67E50858C91F}" dt="2026-07-15T04:05:00.204" v="698" actId="113"/>
          <ac:spMkLst>
            <pc:docMk/>
            <pc:sldMk cId="0" sldId="256"/>
            <ac:spMk id="3" creationId="{B219673E-7A69-F102-0835-66D51380D237}"/>
          </ac:spMkLst>
        </pc:spChg>
        <pc:spChg chg="mod">
          <ac:chgData name="reddy hemanth" userId="51ec91c9be0baece" providerId="LiveId" clId="{EF896774-5661-4103-B70E-67E50858C91F}" dt="2026-07-15T04:03:17.485" v="594" actId="207"/>
          <ac:spMkLst>
            <pc:docMk/>
            <pc:sldMk cId="0" sldId="256"/>
            <ac:spMk id="2050" creationId="{050F000F-A6B9-69C0-3E1E-38B9474F1BFA}"/>
          </ac:spMkLst>
        </pc:spChg>
      </pc:sldChg>
      <pc:sldChg chg="modSp mod">
        <pc:chgData name="reddy hemanth" userId="51ec91c9be0baece" providerId="LiveId" clId="{EF896774-5661-4103-B70E-67E50858C91F}" dt="2026-07-15T04:08:49.484" v="707" actId="12"/>
        <pc:sldMkLst>
          <pc:docMk/>
          <pc:sldMk cId="0" sldId="258"/>
        </pc:sldMkLst>
        <pc:spChg chg="mod">
          <ac:chgData name="reddy hemanth" userId="51ec91c9be0baece" providerId="LiveId" clId="{EF896774-5661-4103-B70E-67E50858C91F}" dt="2026-07-15T04:08:49.484" v="707" actId="12"/>
          <ac:spMkLst>
            <pc:docMk/>
            <pc:sldMk cId="0" sldId="258"/>
            <ac:spMk id="2" creationId="{4CA4239C-1AD2-E44B-C597-1014AF50F20E}"/>
          </ac:spMkLst>
        </pc:spChg>
      </pc:sldChg>
      <pc:sldChg chg="del">
        <pc:chgData name="reddy hemanth" userId="51ec91c9be0baece" providerId="LiveId" clId="{EF896774-5661-4103-B70E-67E50858C91F}" dt="2026-07-15T04:35:42.224" v="885" actId="2696"/>
        <pc:sldMkLst>
          <pc:docMk/>
          <pc:sldMk cId="0" sldId="260"/>
        </pc:sldMkLst>
      </pc:sldChg>
      <pc:sldChg chg="modSp del mod ord">
        <pc:chgData name="reddy hemanth" userId="51ec91c9be0baece" providerId="LiveId" clId="{EF896774-5661-4103-B70E-67E50858C91F}" dt="2026-07-15T04:38:11.673" v="915" actId="2696"/>
        <pc:sldMkLst>
          <pc:docMk/>
          <pc:sldMk cId="0" sldId="264"/>
        </pc:sldMkLst>
        <pc:spChg chg="mod">
          <ac:chgData name="reddy hemanth" userId="51ec91c9be0baece" providerId="LiveId" clId="{EF896774-5661-4103-B70E-67E50858C91F}" dt="2026-07-15T04:38:00.236" v="914" actId="14100"/>
          <ac:spMkLst>
            <pc:docMk/>
            <pc:sldMk cId="0" sldId="264"/>
            <ac:spMk id="2" creationId="{995AAA4C-6979-01C6-9F7D-8CA6F85AFB53}"/>
          </ac:spMkLst>
        </pc:spChg>
        <pc:spChg chg="mod">
          <ac:chgData name="reddy hemanth" userId="51ec91c9be0baece" providerId="LiveId" clId="{EF896774-5661-4103-B70E-67E50858C91F}" dt="2026-07-15T04:37:20.217" v="901" actId="20577"/>
          <ac:spMkLst>
            <pc:docMk/>
            <pc:sldMk cId="0" sldId="264"/>
            <ac:spMk id="17410" creationId="{548B04C8-2726-9E57-3BC9-4AC1DAD891F8}"/>
          </ac:spMkLst>
        </pc:spChg>
        <pc:picChg chg="mod">
          <ac:chgData name="reddy hemanth" userId="51ec91c9be0baece" providerId="LiveId" clId="{EF896774-5661-4103-B70E-67E50858C91F}" dt="2026-07-15T04:37:56.078" v="910" actId="1076"/>
          <ac:picMkLst>
            <pc:docMk/>
            <pc:sldMk cId="0" sldId="264"/>
            <ac:picMk id="17412" creationId="{28668758-F5A2-F3E4-084D-0F76B3C3D93F}"/>
          </ac:picMkLst>
        </pc:picChg>
      </pc:sldChg>
      <pc:sldChg chg="modSp mod">
        <pc:chgData name="reddy hemanth" userId="51ec91c9be0baece" providerId="LiveId" clId="{EF896774-5661-4103-B70E-67E50858C91F}" dt="2026-07-15T04:42:32.529" v="1048" actId="255"/>
        <pc:sldMkLst>
          <pc:docMk/>
          <pc:sldMk cId="0" sldId="267"/>
        </pc:sldMkLst>
        <pc:spChg chg="mod">
          <ac:chgData name="reddy hemanth" userId="51ec91c9be0baece" providerId="LiveId" clId="{EF896774-5661-4103-B70E-67E50858C91F}" dt="2026-07-15T04:42:32.529" v="1048" actId="255"/>
          <ac:spMkLst>
            <pc:docMk/>
            <pc:sldMk cId="0" sldId="267"/>
            <ac:spMk id="3" creationId="{1D26DD00-AD37-6863-A5B9-7F76EDDE5CDE}"/>
          </ac:spMkLst>
        </pc:spChg>
      </pc:sldChg>
      <pc:sldChg chg="modSp mod">
        <pc:chgData name="reddy hemanth" userId="51ec91c9be0baece" providerId="LiveId" clId="{EF896774-5661-4103-B70E-67E50858C91F}" dt="2026-07-15T04:42:20.786" v="1047" actId="255"/>
        <pc:sldMkLst>
          <pc:docMk/>
          <pc:sldMk cId="0" sldId="268"/>
        </pc:sldMkLst>
        <pc:spChg chg="mod">
          <ac:chgData name="reddy hemanth" userId="51ec91c9be0baece" providerId="LiveId" clId="{EF896774-5661-4103-B70E-67E50858C91F}" dt="2026-07-15T04:42:20.786" v="1047" actId="255"/>
          <ac:spMkLst>
            <pc:docMk/>
            <pc:sldMk cId="0" sldId="268"/>
            <ac:spMk id="2" creationId="{6A54CC8B-C53A-B015-99E7-5673C752E8A4}"/>
          </ac:spMkLst>
        </pc:spChg>
        <pc:spChg chg="mod">
          <ac:chgData name="reddy hemanth" userId="51ec91c9be0baece" providerId="LiveId" clId="{EF896774-5661-4103-B70E-67E50858C91F}" dt="2026-07-15T04:38:21.732" v="940" actId="20577"/>
          <ac:spMkLst>
            <pc:docMk/>
            <pc:sldMk cId="0" sldId="268"/>
            <ac:spMk id="21506" creationId="{2056B1CE-9991-BCF8-AE34-E641F2C8E5D9}"/>
          </ac:spMkLst>
        </pc:spChg>
      </pc:sldChg>
      <pc:sldChg chg="addSp modSp mod ord">
        <pc:chgData name="reddy hemanth" userId="51ec91c9be0baece" providerId="LiveId" clId="{EF896774-5661-4103-B70E-67E50858C91F}" dt="2026-07-15T04:52:34.973" v="1429"/>
        <pc:sldMkLst>
          <pc:docMk/>
          <pc:sldMk cId="0" sldId="269"/>
        </pc:sldMkLst>
        <pc:spChg chg="mod">
          <ac:chgData name="reddy hemanth" userId="51ec91c9be0baece" providerId="LiveId" clId="{EF896774-5661-4103-B70E-67E50858C91F}" dt="2026-07-15T04:50:44.939" v="1418" actId="123"/>
          <ac:spMkLst>
            <pc:docMk/>
            <pc:sldMk cId="0" sldId="269"/>
            <ac:spMk id="3" creationId="{EE29779F-D5F7-0FBA-AFB4-D2806B2F2781}"/>
          </ac:spMkLst>
        </pc:spChg>
        <pc:spChg chg="mod">
          <ac:chgData name="reddy hemanth" userId="51ec91c9be0baece" providerId="LiveId" clId="{EF896774-5661-4103-B70E-67E50858C91F}" dt="2026-07-15T04:46:35.530" v="1072" actId="113"/>
          <ac:spMkLst>
            <pc:docMk/>
            <pc:sldMk cId="0" sldId="269"/>
            <ac:spMk id="22530" creationId="{5403108F-A3B8-BD55-4742-DE396C2A3A3F}"/>
          </ac:spMkLst>
        </pc:spChg>
        <pc:picChg chg="add mod">
          <ac:chgData name="reddy hemanth" userId="51ec91c9be0baece" providerId="LiveId" clId="{EF896774-5661-4103-B70E-67E50858C91F}" dt="2026-07-15T04:51:44.211" v="1427" actId="1440"/>
          <ac:picMkLst>
            <pc:docMk/>
            <pc:sldMk cId="0" sldId="269"/>
            <ac:picMk id="4" creationId="{A0CFBC56-DCA7-EDE1-1785-3BF1990172E1}"/>
          </ac:picMkLst>
        </pc:picChg>
      </pc:sldChg>
      <pc:sldChg chg="delSp modSp mod">
        <pc:chgData name="reddy hemanth" userId="51ec91c9be0baece" providerId="LiveId" clId="{EF896774-5661-4103-B70E-67E50858C91F}" dt="2026-07-15T06:16:16.291" v="1544" actId="20577"/>
        <pc:sldMkLst>
          <pc:docMk/>
          <pc:sldMk cId="13347536" sldId="279"/>
        </pc:sldMkLst>
        <pc:spChg chg="mod">
          <ac:chgData name="reddy hemanth" userId="51ec91c9be0baece" providerId="LiveId" clId="{EF896774-5661-4103-B70E-67E50858C91F}" dt="2026-07-15T06:16:16.291" v="1544" actId="20577"/>
          <ac:spMkLst>
            <pc:docMk/>
            <pc:sldMk cId="13347536" sldId="279"/>
            <ac:spMk id="2" creationId="{E310E22D-DDBE-12C8-5D98-0239A37BB519}"/>
          </ac:spMkLst>
        </pc:spChg>
        <pc:spChg chg="mod">
          <ac:chgData name="reddy hemanth" userId="51ec91c9be0baece" providerId="LiveId" clId="{EF896774-5661-4103-B70E-67E50858C91F}" dt="2026-07-15T04:35:13.034" v="884" actId="1076"/>
          <ac:spMkLst>
            <pc:docMk/>
            <pc:sldMk cId="13347536" sldId="279"/>
            <ac:spMk id="11" creationId="{495864DC-D37C-7089-3B06-C37AD35CDE29}"/>
          </ac:spMkLst>
        </pc:spChg>
        <pc:picChg chg="del">
          <ac:chgData name="reddy hemanth" userId="51ec91c9be0baece" providerId="LiveId" clId="{EF896774-5661-4103-B70E-67E50858C91F}" dt="2026-07-15T04:30:06.222" v="814" actId="478"/>
          <ac:picMkLst>
            <pc:docMk/>
            <pc:sldMk cId="13347536" sldId="279"/>
            <ac:picMk id="9" creationId="{44F92234-C28A-4882-3B8D-881AD9FD608A}"/>
          </ac:picMkLst>
        </pc:picChg>
      </pc:sldChg>
      <pc:sldChg chg="del">
        <pc:chgData name="reddy hemanth" userId="51ec91c9be0baece" providerId="LiveId" clId="{EF896774-5661-4103-B70E-67E50858C91F}" dt="2026-07-15T04:28:04.328" v="810" actId="2696"/>
        <pc:sldMkLst>
          <pc:docMk/>
          <pc:sldMk cId="2946214025" sldId="285"/>
        </pc:sldMkLst>
      </pc:sldChg>
      <pc:sldChg chg="addSp delSp modSp mod">
        <pc:chgData name="reddy hemanth" userId="51ec91c9be0baece" providerId="LiveId" clId="{EF896774-5661-4103-B70E-67E50858C91F}" dt="2026-07-15T06:06:42.191" v="1451" actId="2711"/>
        <pc:sldMkLst>
          <pc:docMk/>
          <pc:sldMk cId="1546858905" sldId="289"/>
        </pc:sldMkLst>
        <pc:spChg chg="mod">
          <ac:chgData name="reddy hemanth" userId="51ec91c9be0baece" providerId="LiveId" clId="{EF896774-5661-4103-B70E-67E50858C91F}" dt="2026-07-15T04:22:41.018" v="737" actId="1076"/>
          <ac:spMkLst>
            <pc:docMk/>
            <pc:sldMk cId="1546858905" sldId="289"/>
            <ac:spMk id="2" creationId="{C6721179-93CB-A36A-4929-308BAC6E114F}"/>
          </ac:spMkLst>
        </pc:spChg>
        <pc:spChg chg="add mod">
          <ac:chgData name="reddy hemanth" userId="51ec91c9be0baece" providerId="LiveId" clId="{EF896774-5661-4103-B70E-67E50858C91F}" dt="2026-07-15T06:06:42.191" v="1451" actId="2711"/>
          <ac:spMkLst>
            <pc:docMk/>
            <pc:sldMk cId="1546858905" sldId="289"/>
            <ac:spMk id="5" creationId="{08B6357C-0C8C-5585-DB43-618E8AEAF05A}"/>
          </ac:spMkLst>
        </pc:spChg>
        <pc:spChg chg="mod">
          <ac:chgData name="reddy hemanth" userId="51ec91c9be0baece" providerId="LiveId" clId="{EF896774-5661-4103-B70E-67E50858C91F}" dt="2026-07-15T04:22:41.018" v="737" actId="1076"/>
          <ac:spMkLst>
            <pc:docMk/>
            <pc:sldMk cId="1546858905" sldId="289"/>
            <ac:spMk id="6" creationId="{F9D27794-2BA6-E3F9-5AC1-440F3C587AFA}"/>
          </ac:spMkLst>
        </pc:spChg>
        <pc:spChg chg="del mod">
          <ac:chgData name="reddy hemanth" userId="51ec91c9be0baece" providerId="LiveId" clId="{EF896774-5661-4103-B70E-67E50858C91F}" dt="2026-07-15T04:15:22.715" v="712"/>
          <ac:spMkLst>
            <pc:docMk/>
            <pc:sldMk cId="1546858905" sldId="289"/>
            <ac:spMk id="7" creationId="{610D86F9-176E-E9A8-51AC-63BFE7BF008C}"/>
          </ac:spMkLst>
        </pc:spChg>
        <pc:spChg chg="add del mod">
          <ac:chgData name="reddy hemanth" userId="51ec91c9be0baece" providerId="LiveId" clId="{EF896774-5661-4103-B70E-67E50858C91F}" dt="2026-07-15T04:21:32.017" v="728" actId="3680"/>
          <ac:spMkLst>
            <pc:docMk/>
            <pc:sldMk cId="1546858905" sldId="289"/>
            <ac:spMk id="8" creationId="{036C2B8B-0EEB-D0F8-8F89-05270CA92609}"/>
          </ac:spMkLst>
        </pc:spChg>
        <pc:spChg chg="add del mod">
          <ac:chgData name="reddy hemanth" userId="51ec91c9be0baece" providerId="LiveId" clId="{EF896774-5661-4103-B70E-67E50858C91F}" dt="2026-07-15T04:21:17.706" v="725" actId="478"/>
          <ac:spMkLst>
            <pc:docMk/>
            <pc:sldMk cId="1546858905" sldId="289"/>
            <ac:spMk id="12" creationId="{86BDAFE0-866F-CA87-4A00-B0654EACD59E}"/>
          </ac:spMkLst>
        </pc:spChg>
        <pc:spChg chg="add del mod">
          <ac:chgData name="reddy hemanth" userId="51ec91c9be0baece" providerId="LiveId" clId="{EF896774-5661-4103-B70E-67E50858C91F}" dt="2026-07-15T04:21:48.884" v="730" actId="3680"/>
          <ac:spMkLst>
            <pc:docMk/>
            <pc:sldMk cId="1546858905" sldId="289"/>
            <ac:spMk id="15" creationId="{1C3DE95A-4F22-0677-815C-760DEDC22CA0}"/>
          </ac:spMkLst>
        </pc:spChg>
        <pc:graphicFrameChg chg="add del mod modGraphic">
          <ac:chgData name="reddy hemanth" userId="51ec91c9be0baece" providerId="LiveId" clId="{EF896774-5661-4103-B70E-67E50858C91F}" dt="2026-07-15T04:17:03.842" v="719" actId="478"/>
          <ac:graphicFrameMkLst>
            <pc:docMk/>
            <pc:sldMk cId="1546858905" sldId="289"/>
            <ac:graphicFrameMk id="4" creationId="{D0AF19FB-2CF3-400C-934F-8FCB01A3D8DC}"/>
          </ac:graphicFrameMkLst>
        </pc:graphicFrameChg>
        <pc:graphicFrameChg chg="add del mod ord modGraphic">
          <ac:chgData name="reddy hemanth" userId="51ec91c9be0baece" providerId="LiveId" clId="{EF896774-5661-4103-B70E-67E50858C91F}" dt="2026-07-15T04:21:18.198" v="727" actId="3680"/>
          <ac:graphicFrameMkLst>
            <pc:docMk/>
            <pc:sldMk cId="1546858905" sldId="289"/>
            <ac:graphicFrameMk id="9" creationId="{DA3622A2-AA82-0FC3-3CAE-3A73BC412797}"/>
          </ac:graphicFrameMkLst>
        </pc:graphicFrameChg>
        <pc:graphicFrameChg chg="add del modGraphic">
          <ac:chgData name="reddy hemanth" userId="51ec91c9be0baece" providerId="LiveId" clId="{EF896774-5661-4103-B70E-67E50858C91F}" dt="2026-07-15T04:21:17.931" v="726" actId="3680"/>
          <ac:graphicFrameMkLst>
            <pc:docMk/>
            <pc:sldMk cId="1546858905" sldId="289"/>
            <ac:graphicFrameMk id="10" creationId="{494B0849-F0EA-4DA4-0D62-762C0F1C7E36}"/>
          </ac:graphicFrameMkLst>
        </pc:graphicFrameChg>
        <pc:graphicFrameChg chg="add del mod ord modGraphic">
          <ac:chgData name="reddy hemanth" userId="51ec91c9be0baece" providerId="LiveId" clId="{EF896774-5661-4103-B70E-67E50858C91F}" dt="2026-07-15T04:21:34.748" v="729" actId="478"/>
          <ac:graphicFrameMkLst>
            <pc:docMk/>
            <pc:sldMk cId="1546858905" sldId="289"/>
            <ac:graphicFrameMk id="13" creationId="{3DC03C1F-5A74-8066-7B75-7E5B70BA1F0D}"/>
          </ac:graphicFrameMkLst>
        </pc:graphicFrameChg>
        <pc:graphicFrameChg chg="add mod ord modGraphic">
          <ac:chgData name="reddy hemanth" userId="51ec91c9be0baece" providerId="LiveId" clId="{EF896774-5661-4103-B70E-67E50858C91F}" dt="2026-07-15T05:56:47.660" v="1430" actId="14100"/>
          <ac:graphicFrameMkLst>
            <pc:docMk/>
            <pc:sldMk cId="1546858905" sldId="289"/>
            <ac:graphicFrameMk id="16" creationId="{4CB1D51E-9BA6-5B91-D3A7-B9D26B462F63}"/>
          </ac:graphicFrameMkLst>
        </pc:graphicFrameChg>
        <pc:picChg chg="mod">
          <ac:chgData name="reddy hemanth" userId="51ec91c9be0baece" providerId="LiveId" clId="{EF896774-5661-4103-B70E-67E50858C91F}" dt="2026-07-15T04:22:41.018" v="737" actId="1076"/>
          <ac:picMkLst>
            <pc:docMk/>
            <pc:sldMk cId="1546858905" sldId="289"/>
            <ac:picMk id="3" creationId="{924AC7A9-E0CE-83CB-87C7-44833A8A080B}"/>
          </ac:picMkLst>
        </pc:picChg>
      </pc:sldChg>
      <pc:sldChg chg="modSp add mod">
        <pc:chgData name="reddy hemanth" userId="51ec91c9be0baece" providerId="LiveId" clId="{EF896774-5661-4103-B70E-67E50858C91F}" dt="2026-07-15T06:14:35.615" v="1461" actId="255"/>
        <pc:sldMkLst>
          <pc:docMk/>
          <pc:sldMk cId="464711676" sldId="290"/>
        </pc:sldMkLst>
        <pc:spChg chg="mod">
          <ac:chgData name="reddy hemanth" userId="51ec91c9be0baece" providerId="LiveId" clId="{EF896774-5661-4103-B70E-67E50858C91F}" dt="2026-07-15T06:14:35.615" v="1461" actId="255"/>
          <ac:spMkLst>
            <pc:docMk/>
            <pc:sldMk cId="464711676" sldId="290"/>
            <ac:spMk id="3" creationId="{F6C53735-2E71-0945-1C06-5D26F1957355}"/>
          </ac:spMkLst>
        </pc:spChg>
        <pc:spChg chg="mod">
          <ac:chgData name="reddy hemanth" userId="51ec91c9be0baece" providerId="LiveId" clId="{EF896774-5661-4103-B70E-67E50858C91F}" dt="2026-07-15T06:12:15.218" v="1455" actId="2711"/>
          <ac:spMkLst>
            <pc:docMk/>
            <pc:sldMk cId="464711676" sldId="290"/>
            <ac:spMk id="20482" creationId="{2BDC3D9F-81A1-93CB-544D-1BB4777F65E1}"/>
          </ac:spMkLst>
        </pc:spChg>
      </pc:sldChg>
      <pc:sldChg chg="modSp new mod">
        <pc:chgData name="reddy hemanth" userId="51ec91c9be0baece" providerId="LiveId" clId="{EF896774-5661-4103-B70E-67E50858C91F}" dt="2026-07-15T06:19:54.209" v="1591" actId="5793"/>
        <pc:sldMkLst>
          <pc:docMk/>
          <pc:sldMk cId="1152737895" sldId="291"/>
        </pc:sldMkLst>
        <pc:spChg chg="mod">
          <ac:chgData name="reddy hemanth" userId="51ec91c9be0baece" providerId="LiveId" clId="{EF896774-5661-4103-B70E-67E50858C91F}" dt="2026-07-15T06:18:30.036" v="1565" actId="2711"/>
          <ac:spMkLst>
            <pc:docMk/>
            <pc:sldMk cId="1152737895" sldId="291"/>
            <ac:spMk id="2" creationId="{B0A384E5-1EC6-CE9A-61C7-9063AC1CA9C4}"/>
          </ac:spMkLst>
        </pc:spChg>
        <pc:spChg chg="mod">
          <ac:chgData name="reddy hemanth" userId="51ec91c9be0baece" providerId="LiveId" clId="{EF896774-5661-4103-B70E-67E50858C91F}" dt="2026-07-15T06:19:54.209" v="1591" actId="5793"/>
          <ac:spMkLst>
            <pc:docMk/>
            <pc:sldMk cId="1152737895" sldId="291"/>
            <ac:spMk id="3" creationId="{DC261AA6-8060-731D-B0F6-6E2032667B5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148E90-3680-6076-E4BA-D09654AA4C9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1B39647C-58DC-DA41-02B5-55DC4DBDAE9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01607467-653E-4AF0-AA5D-45D135CD95DF}" type="datetimeFigureOut">
              <a:rPr lang="en-US"/>
              <a:pPr>
                <a:defRPr/>
              </a:pPr>
              <a:t>7/15/2026</a:t>
            </a:fld>
            <a:endParaRPr lang="en-US"/>
          </a:p>
        </p:txBody>
      </p:sp>
      <p:sp>
        <p:nvSpPr>
          <p:cNvPr id="4" name="Slide Image Placeholder 3">
            <a:extLst>
              <a:ext uri="{FF2B5EF4-FFF2-40B4-BE49-F238E27FC236}">
                <a16:creationId xmlns:a16="http://schemas.microsoft.com/office/drawing/2014/main" id="{8F6C6C57-C095-0B47-53E3-6D183205A6C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CD12786E-63BD-54B4-544D-9A22792D56EE}"/>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1812172-8B88-D05C-0528-8E2C447F1F2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a:extLst>
              <a:ext uri="{FF2B5EF4-FFF2-40B4-BE49-F238E27FC236}">
                <a16:creationId xmlns:a16="http://schemas.microsoft.com/office/drawing/2014/main" id="{1F8BB931-CC06-D0B2-4A69-0FC026322DC6}"/>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4298E423-14E0-4768-A22C-60716F99D40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7EEB09-F61C-2B36-D655-32A0A85A17BC}"/>
              </a:ext>
            </a:extLst>
          </p:cNvPr>
          <p:cNvSpPr>
            <a:spLocks noGrp="1"/>
          </p:cNvSpPr>
          <p:nvPr>
            <p:ph type="dt" sz="half" idx="10"/>
          </p:nvPr>
        </p:nvSpPr>
        <p:spPr/>
        <p:txBody>
          <a:bodyPr/>
          <a:lstStyle>
            <a:lvl1pPr>
              <a:defRPr/>
            </a:lvl1pPr>
          </a:lstStyle>
          <a:p>
            <a:pPr>
              <a:defRPr/>
            </a:pPr>
            <a:r>
              <a:rPr lang="en-US"/>
              <a:t>3/27/2025</a:t>
            </a:r>
          </a:p>
        </p:txBody>
      </p:sp>
      <p:sp>
        <p:nvSpPr>
          <p:cNvPr id="5" name="Footer Placeholder 4">
            <a:extLst>
              <a:ext uri="{FF2B5EF4-FFF2-40B4-BE49-F238E27FC236}">
                <a16:creationId xmlns:a16="http://schemas.microsoft.com/office/drawing/2014/main" id="{A373AD68-3477-4B1F-098A-82A80CC23A68}"/>
              </a:ext>
            </a:extLst>
          </p:cNvPr>
          <p:cNvSpPr>
            <a:spLocks noGrp="1"/>
          </p:cNvSpPr>
          <p:nvPr>
            <p:ph type="ftr" sz="quarter" idx="11"/>
          </p:nvPr>
        </p:nvSpPr>
        <p:spPr/>
        <p:txBody>
          <a:bodyPr/>
          <a:lstStyle>
            <a:lvl1pPr>
              <a:defRPr/>
            </a:lvl1pPr>
          </a:lstStyle>
          <a:p>
            <a:pPr>
              <a:defRPr/>
            </a:pPr>
            <a:r>
              <a:rPr lang="en-US"/>
              <a:t>CAPSTONE PROJECT </a:t>
            </a:r>
          </a:p>
        </p:txBody>
      </p:sp>
      <p:sp>
        <p:nvSpPr>
          <p:cNvPr id="6" name="Slide Number Placeholder 5">
            <a:extLst>
              <a:ext uri="{FF2B5EF4-FFF2-40B4-BE49-F238E27FC236}">
                <a16:creationId xmlns:a16="http://schemas.microsoft.com/office/drawing/2014/main" id="{EACA4E3B-AB83-CF38-32F4-93DD1FB53F38}"/>
              </a:ext>
            </a:extLst>
          </p:cNvPr>
          <p:cNvSpPr>
            <a:spLocks noGrp="1"/>
          </p:cNvSpPr>
          <p:nvPr>
            <p:ph type="sldNum" sz="quarter" idx="12"/>
          </p:nvPr>
        </p:nvSpPr>
        <p:spPr/>
        <p:txBody>
          <a:bodyPr/>
          <a:lstStyle>
            <a:lvl1pPr>
              <a:defRPr/>
            </a:lvl1pPr>
          </a:lstStyle>
          <a:p>
            <a:fld id="{B4EBA94C-D6BB-412D-AD7F-CA1C1BCC4CD4}" type="slidenum">
              <a:rPr lang="en-US" altLang="en-US"/>
              <a:pPr/>
              <a:t>‹#›</a:t>
            </a:fld>
            <a:endParaRPr lang="en-US" altLang="en-US"/>
          </a:p>
        </p:txBody>
      </p:sp>
    </p:spTree>
    <p:extLst>
      <p:ext uri="{BB962C8B-B14F-4D97-AF65-F5344CB8AC3E}">
        <p14:creationId xmlns:p14="http://schemas.microsoft.com/office/powerpoint/2010/main" val="3773829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C76121-003D-9D11-CB70-7F35A2C38980}"/>
              </a:ext>
            </a:extLst>
          </p:cNvPr>
          <p:cNvSpPr>
            <a:spLocks noGrp="1"/>
          </p:cNvSpPr>
          <p:nvPr>
            <p:ph type="dt" sz="half" idx="10"/>
          </p:nvPr>
        </p:nvSpPr>
        <p:spPr/>
        <p:txBody>
          <a:bodyPr/>
          <a:lstStyle>
            <a:lvl1pPr>
              <a:defRPr/>
            </a:lvl1pPr>
          </a:lstStyle>
          <a:p>
            <a:pPr>
              <a:defRPr/>
            </a:pPr>
            <a:r>
              <a:rPr lang="en-US"/>
              <a:t>3/27/2025</a:t>
            </a:r>
          </a:p>
        </p:txBody>
      </p:sp>
      <p:sp>
        <p:nvSpPr>
          <p:cNvPr id="5" name="Footer Placeholder 4">
            <a:extLst>
              <a:ext uri="{FF2B5EF4-FFF2-40B4-BE49-F238E27FC236}">
                <a16:creationId xmlns:a16="http://schemas.microsoft.com/office/drawing/2014/main" id="{7373BA49-A7AB-BD4A-EB3C-634809A26D8D}"/>
              </a:ext>
            </a:extLst>
          </p:cNvPr>
          <p:cNvSpPr>
            <a:spLocks noGrp="1"/>
          </p:cNvSpPr>
          <p:nvPr>
            <p:ph type="ftr" sz="quarter" idx="11"/>
          </p:nvPr>
        </p:nvSpPr>
        <p:spPr/>
        <p:txBody>
          <a:bodyPr/>
          <a:lstStyle>
            <a:lvl1pPr>
              <a:defRPr/>
            </a:lvl1pPr>
          </a:lstStyle>
          <a:p>
            <a:pPr>
              <a:defRPr/>
            </a:pPr>
            <a:r>
              <a:rPr lang="en-US"/>
              <a:t>CAPSTONE PROJECT </a:t>
            </a:r>
          </a:p>
        </p:txBody>
      </p:sp>
      <p:sp>
        <p:nvSpPr>
          <p:cNvPr id="6" name="Slide Number Placeholder 5">
            <a:extLst>
              <a:ext uri="{FF2B5EF4-FFF2-40B4-BE49-F238E27FC236}">
                <a16:creationId xmlns:a16="http://schemas.microsoft.com/office/drawing/2014/main" id="{DE141A91-813B-21D4-A9B9-97A885ACAE1D}"/>
              </a:ext>
            </a:extLst>
          </p:cNvPr>
          <p:cNvSpPr>
            <a:spLocks noGrp="1"/>
          </p:cNvSpPr>
          <p:nvPr>
            <p:ph type="sldNum" sz="quarter" idx="12"/>
          </p:nvPr>
        </p:nvSpPr>
        <p:spPr/>
        <p:txBody>
          <a:bodyPr/>
          <a:lstStyle>
            <a:lvl1pPr>
              <a:defRPr/>
            </a:lvl1pPr>
          </a:lstStyle>
          <a:p>
            <a:fld id="{337895B3-9731-4BA7-9430-BCF900189238}" type="slidenum">
              <a:rPr lang="en-US" altLang="en-US"/>
              <a:pPr/>
              <a:t>‹#›</a:t>
            </a:fld>
            <a:endParaRPr lang="en-US" altLang="en-US"/>
          </a:p>
        </p:txBody>
      </p:sp>
    </p:spTree>
    <p:extLst>
      <p:ext uri="{BB962C8B-B14F-4D97-AF65-F5344CB8AC3E}">
        <p14:creationId xmlns:p14="http://schemas.microsoft.com/office/powerpoint/2010/main" val="4062004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8B5CCE8-FA35-D13F-288D-25AF08E37572}"/>
              </a:ext>
            </a:extLst>
          </p:cNvPr>
          <p:cNvSpPr>
            <a:spLocks noGrp="1"/>
          </p:cNvSpPr>
          <p:nvPr>
            <p:ph type="dt" sz="half" idx="10"/>
          </p:nvPr>
        </p:nvSpPr>
        <p:spPr/>
        <p:txBody>
          <a:bodyPr/>
          <a:lstStyle>
            <a:lvl1pPr>
              <a:defRPr/>
            </a:lvl1pPr>
          </a:lstStyle>
          <a:p>
            <a:pPr>
              <a:defRPr/>
            </a:pPr>
            <a:r>
              <a:rPr lang="en-US"/>
              <a:t>3/27/2025</a:t>
            </a:r>
          </a:p>
        </p:txBody>
      </p:sp>
      <p:sp>
        <p:nvSpPr>
          <p:cNvPr id="5" name="Footer Placeholder 4">
            <a:extLst>
              <a:ext uri="{FF2B5EF4-FFF2-40B4-BE49-F238E27FC236}">
                <a16:creationId xmlns:a16="http://schemas.microsoft.com/office/drawing/2014/main" id="{B2FC82D0-DF44-D074-6091-F7643F89A8E2}"/>
              </a:ext>
            </a:extLst>
          </p:cNvPr>
          <p:cNvSpPr>
            <a:spLocks noGrp="1"/>
          </p:cNvSpPr>
          <p:nvPr>
            <p:ph type="ftr" sz="quarter" idx="11"/>
          </p:nvPr>
        </p:nvSpPr>
        <p:spPr/>
        <p:txBody>
          <a:bodyPr/>
          <a:lstStyle>
            <a:lvl1pPr>
              <a:defRPr/>
            </a:lvl1pPr>
          </a:lstStyle>
          <a:p>
            <a:pPr>
              <a:defRPr/>
            </a:pPr>
            <a:r>
              <a:rPr lang="en-US"/>
              <a:t>CAPSTONE PROJECT </a:t>
            </a:r>
          </a:p>
        </p:txBody>
      </p:sp>
      <p:sp>
        <p:nvSpPr>
          <p:cNvPr id="6" name="Slide Number Placeholder 5">
            <a:extLst>
              <a:ext uri="{FF2B5EF4-FFF2-40B4-BE49-F238E27FC236}">
                <a16:creationId xmlns:a16="http://schemas.microsoft.com/office/drawing/2014/main" id="{E27D7E3C-24E8-DA2D-FF45-B380E7465A46}"/>
              </a:ext>
            </a:extLst>
          </p:cNvPr>
          <p:cNvSpPr>
            <a:spLocks noGrp="1"/>
          </p:cNvSpPr>
          <p:nvPr>
            <p:ph type="sldNum" sz="quarter" idx="12"/>
          </p:nvPr>
        </p:nvSpPr>
        <p:spPr/>
        <p:txBody>
          <a:bodyPr/>
          <a:lstStyle>
            <a:lvl1pPr>
              <a:defRPr/>
            </a:lvl1pPr>
          </a:lstStyle>
          <a:p>
            <a:fld id="{C5DC3DCF-C19F-44EB-B16D-285FC052A1E7}" type="slidenum">
              <a:rPr lang="en-US" altLang="en-US"/>
              <a:pPr/>
              <a:t>‹#›</a:t>
            </a:fld>
            <a:endParaRPr lang="en-US" altLang="en-US"/>
          </a:p>
        </p:txBody>
      </p:sp>
    </p:spTree>
    <p:extLst>
      <p:ext uri="{BB962C8B-B14F-4D97-AF65-F5344CB8AC3E}">
        <p14:creationId xmlns:p14="http://schemas.microsoft.com/office/powerpoint/2010/main" val="354101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3E70BE25-6438-177D-B7F1-1BBAEAAF2DF1}"/>
              </a:ext>
            </a:extLst>
          </p:cNvPr>
          <p:cNvSpPr>
            <a:spLocks noGrp="1"/>
          </p:cNvSpPr>
          <p:nvPr>
            <p:ph type="dt" sz="half" idx="10"/>
          </p:nvPr>
        </p:nvSpPr>
        <p:spPr/>
        <p:txBody>
          <a:bodyPr/>
          <a:lstStyle>
            <a:lvl1pPr>
              <a:defRPr/>
            </a:lvl1pPr>
          </a:lstStyle>
          <a:p>
            <a:pPr>
              <a:defRPr/>
            </a:pPr>
            <a:r>
              <a:rPr lang="en-US"/>
              <a:t>3/27/2025</a:t>
            </a:r>
          </a:p>
        </p:txBody>
      </p:sp>
      <p:sp>
        <p:nvSpPr>
          <p:cNvPr id="6" name="Footer Placeholder 4">
            <a:extLst>
              <a:ext uri="{FF2B5EF4-FFF2-40B4-BE49-F238E27FC236}">
                <a16:creationId xmlns:a16="http://schemas.microsoft.com/office/drawing/2014/main" id="{76F8A51D-F391-3465-21AF-AC3640452D05}"/>
              </a:ext>
            </a:extLst>
          </p:cNvPr>
          <p:cNvSpPr>
            <a:spLocks noGrp="1"/>
          </p:cNvSpPr>
          <p:nvPr>
            <p:ph type="ftr" sz="quarter" idx="11"/>
          </p:nvPr>
        </p:nvSpPr>
        <p:spPr/>
        <p:txBody>
          <a:bodyPr/>
          <a:lstStyle>
            <a:lvl1pPr>
              <a:defRPr/>
            </a:lvl1pPr>
          </a:lstStyle>
          <a:p>
            <a:pPr>
              <a:defRPr/>
            </a:pPr>
            <a:r>
              <a:rPr lang="en-US"/>
              <a:t>CAPSTONE PROJECT </a:t>
            </a:r>
          </a:p>
        </p:txBody>
      </p:sp>
      <p:sp>
        <p:nvSpPr>
          <p:cNvPr id="7" name="Slide Number Placeholder 5">
            <a:extLst>
              <a:ext uri="{FF2B5EF4-FFF2-40B4-BE49-F238E27FC236}">
                <a16:creationId xmlns:a16="http://schemas.microsoft.com/office/drawing/2014/main" id="{CE2BB35A-7F33-6674-0115-D473A8703AFA}"/>
              </a:ext>
            </a:extLst>
          </p:cNvPr>
          <p:cNvSpPr>
            <a:spLocks noGrp="1"/>
          </p:cNvSpPr>
          <p:nvPr>
            <p:ph type="sldNum" sz="quarter" idx="12"/>
          </p:nvPr>
        </p:nvSpPr>
        <p:spPr/>
        <p:txBody>
          <a:bodyPr/>
          <a:lstStyle>
            <a:lvl1pPr>
              <a:defRPr/>
            </a:lvl1pPr>
          </a:lstStyle>
          <a:p>
            <a:fld id="{0746C534-A61D-47DC-993C-3B30783B40E4}" type="slidenum">
              <a:rPr lang="en-US" altLang="en-US"/>
              <a:pPr/>
              <a:t>‹#›</a:t>
            </a:fld>
            <a:endParaRPr lang="en-US" altLang="en-US"/>
          </a:p>
        </p:txBody>
      </p:sp>
    </p:spTree>
    <p:extLst>
      <p:ext uri="{BB962C8B-B14F-4D97-AF65-F5344CB8AC3E}">
        <p14:creationId xmlns:p14="http://schemas.microsoft.com/office/powerpoint/2010/main" val="3777263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B55E8158-1E30-CF4A-B768-C9BB6C6D244F}"/>
              </a:ext>
            </a:extLst>
          </p:cNvPr>
          <p:cNvSpPr>
            <a:spLocks noGrp="1"/>
          </p:cNvSpPr>
          <p:nvPr>
            <p:ph type="dt" sz="half" idx="10"/>
          </p:nvPr>
        </p:nvSpPr>
        <p:spPr/>
        <p:txBody>
          <a:bodyPr/>
          <a:lstStyle>
            <a:lvl1pPr>
              <a:defRPr/>
            </a:lvl1pPr>
          </a:lstStyle>
          <a:p>
            <a:pPr>
              <a:defRPr/>
            </a:pPr>
            <a:r>
              <a:rPr lang="en-US"/>
              <a:t>3/27/2025</a:t>
            </a:r>
          </a:p>
        </p:txBody>
      </p:sp>
      <p:sp>
        <p:nvSpPr>
          <p:cNvPr id="8" name="Footer Placeholder 4">
            <a:extLst>
              <a:ext uri="{FF2B5EF4-FFF2-40B4-BE49-F238E27FC236}">
                <a16:creationId xmlns:a16="http://schemas.microsoft.com/office/drawing/2014/main" id="{9CFF110E-D9A9-8A3B-F5C2-B8A0373DFCFF}"/>
              </a:ext>
            </a:extLst>
          </p:cNvPr>
          <p:cNvSpPr>
            <a:spLocks noGrp="1"/>
          </p:cNvSpPr>
          <p:nvPr>
            <p:ph type="ftr" sz="quarter" idx="11"/>
          </p:nvPr>
        </p:nvSpPr>
        <p:spPr/>
        <p:txBody>
          <a:bodyPr/>
          <a:lstStyle>
            <a:lvl1pPr>
              <a:defRPr/>
            </a:lvl1pPr>
          </a:lstStyle>
          <a:p>
            <a:pPr>
              <a:defRPr/>
            </a:pPr>
            <a:r>
              <a:rPr lang="en-US"/>
              <a:t>CAPSTONE PROJECT </a:t>
            </a:r>
          </a:p>
        </p:txBody>
      </p:sp>
      <p:sp>
        <p:nvSpPr>
          <p:cNvPr id="9" name="Slide Number Placeholder 5">
            <a:extLst>
              <a:ext uri="{FF2B5EF4-FFF2-40B4-BE49-F238E27FC236}">
                <a16:creationId xmlns:a16="http://schemas.microsoft.com/office/drawing/2014/main" id="{AB2AA0CB-6958-0116-6831-000DCBD51168}"/>
              </a:ext>
            </a:extLst>
          </p:cNvPr>
          <p:cNvSpPr>
            <a:spLocks noGrp="1"/>
          </p:cNvSpPr>
          <p:nvPr>
            <p:ph type="sldNum" sz="quarter" idx="12"/>
          </p:nvPr>
        </p:nvSpPr>
        <p:spPr/>
        <p:txBody>
          <a:bodyPr/>
          <a:lstStyle>
            <a:lvl1pPr>
              <a:defRPr/>
            </a:lvl1pPr>
          </a:lstStyle>
          <a:p>
            <a:fld id="{D0E52D04-09B8-4696-9DD0-7FF07BA23B66}" type="slidenum">
              <a:rPr lang="en-US" altLang="en-US"/>
              <a:pPr/>
              <a:t>‹#›</a:t>
            </a:fld>
            <a:endParaRPr lang="en-US" altLang="en-US"/>
          </a:p>
        </p:txBody>
      </p:sp>
    </p:spTree>
    <p:extLst>
      <p:ext uri="{BB962C8B-B14F-4D97-AF65-F5344CB8AC3E}">
        <p14:creationId xmlns:p14="http://schemas.microsoft.com/office/powerpoint/2010/main" val="2031296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EE3B324D-71D5-8AC9-6822-52103618CA84}"/>
              </a:ext>
            </a:extLst>
          </p:cNvPr>
          <p:cNvSpPr>
            <a:spLocks noGrp="1"/>
          </p:cNvSpPr>
          <p:nvPr>
            <p:ph type="dt" sz="half" idx="10"/>
          </p:nvPr>
        </p:nvSpPr>
        <p:spPr/>
        <p:txBody>
          <a:bodyPr/>
          <a:lstStyle>
            <a:lvl1pPr>
              <a:defRPr/>
            </a:lvl1pPr>
          </a:lstStyle>
          <a:p>
            <a:pPr>
              <a:defRPr/>
            </a:pPr>
            <a:r>
              <a:rPr lang="en-US"/>
              <a:t>3/27/2025</a:t>
            </a:r>
          </a:p>
        </p:txBody>
      </p:sp>
      <p:sp>
        <p:nvSpPr>
          <p:cNvPr id="4" name="Footer Placeholder 4">
            <a:extLst>
              <a:ext uri="{FF2B5EF4-FFF2-40B4-BE49-F238E27FC236}">
                <a16:creationId xmlns:a16="http://schemas.microsoft.com/office/drawing/2014/main" id="{B2F2F99E-A3A5-364C-CA96-C9071B464934}"/>
              </a:ext>
            </a:extLst>
          </p:cNvPr>
          <p:cNvSpPr>
            <a:spLocks noGrp="1"/>
          </p:cNvSpPr>
          <p:nvPr>
            <p:ph type="ftr" sz="quarter" idx="11"/>
          </p:nvPr>
        </p:nvSpPr>
        <p:spPr/>
        <p:txBody>
          <a:bodyPr/>
          <a:lstStyle>
            <a:lvl1pPr>
              <a:defRPr/>
            </a:lvl1pPr>
          </a:lstStyle>
          <a:p>
            <a:pPr>
              <a:defRPr/>
            </a:pPr>
            <a:r>
              <a:rPr lang="en-US"/>
              <a:t>CAPSTONE PROJECT </a:t>
            </a:r>
          </a:p>
        </p:txBody>
      </p:sp>
      <p:sp>
        <p:nvSpPr>
          <p:cNvPr id="5" name="Slide Number Placeholder 5">
            <a:extLst>
              <a:ext uri="{FF2B5EF4-FFF2-40B4-BE49-F238E27FC236}">
                <a16:creationId xmlns:a16="http://schemas.microsoft.com/office/drawing/2014/main" id="{EE0622FE-A0B5-4F33-890B-4E8871E4A96C}"/>
              </a:ext>
            </a:extLst>
          </p:cNvPr>
          <p:cNvSpPr>
            <a:spLocks noGrp="1"/>
          </p:cNvSpPr>
          <p:nvPr>
            <p:ph type="sldNum" sz="quarter" idx="12"/>
          </p:nvPr>
        </p:nvSpPr>
        <p:spPr/>
        <p:txBody>
          <a:bodyPr/>
          <a:lstStyle>
            <a:lvl1pPr>
              <a:defRPr/>
            </a:lvl1pPr>
          </a:lstStyle>
          <a:p>
            <a:fld id="{D266786E-0999-4B5A-93B6-FFBB7451DCE0}" type="slidenum">
              <a:rPr lang="en-US" altLang="en-US"/>
              <a:pPr/>
              <a:t>‹#›</a:t>
            </a:fld>
            <a:endParaRPr lang="en-US" altLang="en-US"/>
          </a:p>
        </p:txBody>
      </p:sp>
    </p:spTree>
    <p:extLst>
      <p:ext uri="{BB962C8B-B14F-4D97-AF65-F5344CB8AC3E}">
        <p14:creationId xmlns:p14="http://schemas.microsoft.com/office/powerpoint/2010/main" val="4129365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A9D87E20-5A50-CD08-A5F3-2560FE18B280}"/>
              </a:ext>
            </a:extLst>
          </p:cNvPr>
          <p:cNvSpPr>
            <a:spLocks noGrp="1"/>
          </p:cNvSpPr>
          <p:nvPr>
            <p:ph type="dt" sz="half" idx="10"/>
          </p:nvPr>
        </p:nvSpPr>
        <p:spPr/>
        <p:txBody>
          <a:bodyPr/>
          <a:lstStyle>
            <a:lvl1pPr>
              <a:defRPr/>
            </a:lvl1pPr>
          </a:lstStyle>
          <a:p>
            <a:pPr>
              <a:defRPr/>
            </a:pPr>
            <a:r>
              <a:rPr lang="en-US"/>
              <a:t>3/27/2025</a:t>
            </a:r>
          </a:p>
        </p:txBody>
      </p:sp>
      <p:sp>
        <p:nvSpPr>
          <p:cNvPr id="3" name="Footer Placeholder 4">
            <a:extLst>
              <a:ext uri="{FF2B5EF4-FFF2-40B4-BE49-F238E27FC236}">
                <a16:creationId xmlns:a16="http://schemas.microsoft.com/office/drawing/2014/main" id="{D9250087-7646-311D-5643-3FED9EDCC5A5}"/>
              </a:ext>
            </a:extLst>
          </p:cNvPr>
          <p:cNvSpPr>
            <a:spLocks noGrp="1"/>
          </p:cNvSpPr>
          <p:nvPr>
            <p:ph type="ftr" sz="quarter" idx="11"/>
          </p:nvPr>
        </p:nvSpPr>
        <p:spPr/>
        <p:txBody>
          <a:bodyPr/>
          <a:lstStyle>
            <a:lvl1pPr>
              <a:defRPr/>
            </a:lvl1pPr>
          </a:lstStyle>
          <a:p>
            <a:pPr>
              <a:defRPr/>
            </a:pPr>
            <a:r>
              <a:rPr lang="en-US"/>
              <a:t>CAPSTONE PROJECT </a:t>
            </a:r>
          </a:p>
        </p:txBody>
      </p:sp>
      <p:sp>
        <p:nvSpPr>
          <p:cNvPr id="4" name="Slide Number Placeholder 5">
            <a:extLst>
              <a:ext uri="{FF2B5EF4-FFF2-40B4-BE49-F238E27FC236}">
                <a16:creationId xmlns:a16="http://schemas.microsoft.com/office/drawing/2014/main" id="{0B5346A1-602F-875D-8161-671BC0A5C738}"/>
              </a:ext>
            </a:extLst>
          </p:cNvPr>
          <p:cNvSpPr>
            <a:spLocks noGrp="1"/>
          </p:cNvSpPr>
          <p:nvPr>
            <p:ph type="sldNum" sz="quarter" idx="12"/>
          </p:nvPr>
        </p:nvSpPr>
        <p:spPr/>
        <p:txBody>
          <a:bodyPr/>
          <a:lstStyle>
            <a:lvl1pPr>
              <a:defRPr/>
            </a:lvl1pPr>
          </a:lstStyle>
          <a:p>
            <a:fld id="{F90C48DD-7B08-4677-963A-CC3B501E3911}" type="slidenum">
              <a:rPr lang="en-US" altLang="en-US"/>
              <a:pPr/>
              <a:t>‹#›</a:t>
            </a:fld>
            <a:endParaRPr lang="en-US" altLang="en-US"/>
          </a:p>
        </p:txBody>
      </p:sp>
    </p:spTree>
    <p:extLst>
      <p:ext uri="{BB962C8B-B14F-4D97-AF65-F5344CB8AC3E}">
        <p14:creationId xmlns:p14="http://schemas.microsoft.com/office/powerpoint/2010/main" val="1852764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E75D2122-1DD7-B8F8-4310-4476D8ECB07C}"/>
              </a:ext>
            </a:extLst>
          </p:cNvPr>
          <p:cNvSpPr>
            <a:spLocks noGrp="1"/>
          </p:cNvSpPr>
          <p:nvPr>
            <p:ph type="dt" sz="half" idx="10"/>
          </p:nvPr>
        </p:nvSpPr>
        <p:spPr/>
        <p:txBody>
          <a:bodyPr/>
          <a:lstStyle>
            <a:lvl1pPr>
              <a:defRPr/>
            </a:lvl1pPr>
          </a:lstStyle>
          <a:p>
            <a:pPr>
              <a:defRPr/>
            </a:pPr>
            <a:r>
              <a:rPr lang="en-US"/>
              <a:t>3/27/2025</a:t>
            </a:r>
          </a:p>
        </p:txBody>
      </p:sp>
      <p:sp>
        <p:nvSpPr>
          <p:cNvPr id="6" name="Footer Placeholder 4">
            <a:extLst>
              <a:ext uri="{FF2B5EF4-FFF2-40B4-BE49-F238E27FC236}">
                <a16:creationId xmlns:a16="http://schemas.microsoft.com/office/drawing/2014/main" id="{D143D7F5-FD6B-02D6-10F7-BE7CF54C4919}"/>
              </a:ext>
            </a:extLst>
          </p:cNvPr>
          <p:cNvSpPr>
            <a:spLocks noGrp="1"/>
          </p:cNvSpPr>
          <p:nvPr>
            <p:ph type="ftr" sz="quarter" idx="11"/>
          </p:nvPr>
        </p:nvSpPr>
        <p:spPr/>
        <p:txBody>
          <a:bodyPr/>
          <a:lstStyle>
            <a:lvl1pPr>
              <a:defRPr/>
            </a:lvl1pPr>
          </a:lstStyle>
          <a:p>
            <a:pPr>
              <a:defRPr/>
            </a:pPr>
            <a:r>
              <a:rPr lang="en-US"/>
              <a:t>CAPSTONE PROJECT </a:t>
            </a:r>
          </a:p>
        </p:txBody>
      </p:sp>
      <p:sp>
        <p:nvSpPr>
          <p:cNvPr id="7" name="Slide Number Placeholder 5">
            <a:extLst>
              <a:ext uri="{FF2B5EF4-FFF2-40B4-BE49-F238E27FC236}">
                <a16:creationId xmlns:a16="http://schemas.microsoft.com/office/drawing/2014/main" id="{B6221CA5-96F5-2615-15E4-167971F61DA2}"/>
              </a:ext>
            </a:extLst>
          </p:cNvPr>
          <p:cNvSpPr>
            <a:spLocks noGrp="1"/>
          </p:cNvSpPr>
          <p:nvPr>
            <p:ph type="sldNum" sz="quarter" idx="12"/>
          </p:nvPr>
        </p:nvSpPr>
        <p:spPr/>
        <p:txBody>
          <a:bodyPr/>
          <a:lstStyle>
            <a:lvl1pPr>
              <a:defRPr/>
            </a:lvl1pPr>
          </a:lstStyle>
          <a:p>
            <a:fld id="{5423B0FC-79D6-49C8-9878-C26EEEA53D08}" type="slidenum">
              <a:rPr lang="en-US" altLang="en-US"/>
              <a:pPr/>
              <a:t>‹#›</a:t>
            </a:fld>
            <a:endParaRPr lang="en-US" altLang="en-US"/>
          </a:p>
        </p:txBody>
      </p:sp>
    </p:spTree>
    <p:extLst>
      <p:ext uri="{BB962C8B-B14F-4D97-AF65-F5344CB8AC3E}">
        <p14:creationId xmlns:p14="http://schemas.microsoft.com/office/powerpoint/2010/main" val="2654612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03A0A1D7-64AD-56BB-98BB-C3823F0B2A52}"/>
              </a:ext>
            </a:extLst>
          </p:cNvPr>
          <p:cNvSpPr>
            <a:spLocks noGrp="1"/>
          </p:cNvSpPr>
          <p:nvPr>
            <p:ph type="dt" sz="half" idx="10"/>
          </p:nvPr>
        </p:nvSpPr>
        <p:spPr/>
        <p:txBody>
          <a:bodyPr/>
          <a:lstStyle>
            <a:lvl1pPr>
              <a:defRPr/>
            </a:lvl1pPr>
          </a:lstStyle>
          <a:p>
            <a:pPr>
              <a:defRPr/>
            </a:pPr>
            <a:r>
              <a:rPr lang="en-US"/>
              <a:t>3/27/2025</a:t>
            </a:r>
          </a:p>
        </p:txBody>
      </p:sp>
      <p:sp>
        <p:nvSpPr>
          <p:cNvPr id="6" name="Footer Placeholder 4">
            <a:extLst>
              <a:ext uri="{FF2B5EF4-FFF2-40B4-BE49-F238E27FC236}">
                <a16:creationId xmlns:a16="http://schemas.microsoft.com/office/drawing/2014/main" id="{C00B45BB-C137-5C8D-940C-C2FC39C37392}"/>
              </a:ext>
            </a:extLst>
          </p:cNvPr>
          <p:cNvSpPr>
            <a:spLocks noGrp="1"/>
          </p:cNvSpPr>
          <p:nvPr>
            <p:ph type="ftr" sz="quarter" idx="11"/>
          </p:nvPr>
        </p:nvSpPr>
        <p:spPr/>
        <p:txBody>
          <a:bodyPr/>
          <a:lstStyle>
            <a:lvl1pPr>
              <a:defRPr/>
            </a:lvl1pPr>
          </a:lstStyle>
          <a:p>
            <a:pPr>
              <a:defRPr/>
            </a:pPr>
            <a:r>
              <a:rPr lang="en-US"/>
              <a:t>CAPSTONE PROJECT </a:t>
            </a:r>
          </a:p>
        </p:txBody>
      </p:sp>
      <p:sp>
        <p:nvSpPr>
          <p:cNvPr id="7" name="Slide Number Placeholder 5">
            <a:extLst>
              <a:ext uri="{FF2B5EF4-FFF2-40B4-BE49-F238E27FC236}">
                <a16:creationId xmlns:a16="http://schemas.microsoft.com/office/drawing/2014/main" id="{3D641ACB-26EB-362A-2ED8-6DF6853019D7}"/>
              </a:ext>
            </a:extLst>
          </p:cNvPr>
          <p:cNvSpPr>
            <a:spLocks noGrp="1"/>
          </p:cNvSpPr>
          <p:nvPr>
            <p:ph type="sldNum" sz="quarter" idx="12"/>
          </p:nvPr>
        </p:nvSpPr>
        <p:spPr/>
        <p:txBody>
          <a:bodyPr/>
          <a:lstStyle>
            <a:lvl1pPr>
              <a:defRPr/>
            </a:lvl1pPr>
          </a:lstStyle>
          <a:p>
            <a:fld id="{7794EE0C-BB1D-49CE-8247-4FE67D8BACE7}" type="slidenum">
              <a:rPr lang="en-US" altLang="en-US"/>
              <a:pPr/>
              <a:t>‹#›</a:t>
            </a:fld>
            <a:endParaRPr lang="en-US" altLang="en-US"/>
          </a:p>
        </p:txBody>
      </p:sp>
    </p:spTree>
    <p:extLst>
      <p:ext uri="{BB962C8B-B14F-4D97-AF65-F5344CB8AC3E}">
        <p14:creationId xmlns:p14="http://schemas.microsoft.com/office/powerpoint/2010/main" val="95592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5C23AF-977E-E198-EA7D-593E579485AD}"/>
              </a:ext>
            </a:extLst>
          </p:cNvPr>
          <p:cNvSpPr>
            <a:spLocks noGrp="1"/>
          </p:cNvSpPr>
          <p:nvPr>
            <p:ph type="dt" sz="half" idx="10"/>
          </p:nvPr>
        </p:nvSpPr>
        <p:spPr/>
        <p:txBody>
          <a:bodyPr/>
          <a:lstStyle>
            <a:lvl1pPr>
              <a:defRPr/>
            </a:lvl1pPr>
          </a:lstStyle>
          <a:p>
            <a:pPr>
              <a:defRPr/>
            </a:pPr>
            <a:r>
              <a:rPr lang="en-US"/>
              <a:t>3/27/2025</a:t>
            </a:r>
          </a:p>
        </p:txBody>
      </p:sp>
      <p:sp>
        <p:nvSpPr>
          <p:cNvPr id="5" name="Footer Placeholder 4">
            <a:extLst>
              <a:ext uri="{FF2B5EF4-FFF2-40B4-BE49-F238E27FC236}">
                <a16:creationId xmlns:a16="http://schemas.microsoft.com/office/drawing/2014/main" id="{0309B07A-3DBB-FC98-7034-CBB0708B31D9}"/>
              </a:ext>
            </a:extLst>
          </p:cNvPr>
          <p:cNvSpPr>
            <a:spLocks noGrp="1"/>
          </p:cNvSpPr>
          <p:nvPr>
            <p:ph type="ftr" sz="quarter" idx="11"/>
          </p:nvPr>
        </p:nvSpPr>
        <p:spPr/>
        <p:txBody>
          <a:bodyPr/>
          <a:lstStyle>
            <a:lvl1pPr>
              <a:defRPr/>
            </a:lvl1pPr>
          </a:lstStyle>
          <a:p>
            <a:pPr>
              <a:defRPr/>
            </a:pPr>
            <a:r>
              <a:rPr lang="en-US"/>
              <a:t>CAPSTONE PROJECT </a:t>
            </a:r>
          </a:p>
        </p:txBody>
      </p:sp>
      <p:sp>
        <p:nvSpPr>
          <p:cNvPr id="6" name="Slide Number Placeholder 5">
            <a:extLst>
              <a:ext uri="{FF2B5EF4-FFF2-40B4-BE49-F238E27FC236}">
                <a16:creationId xmlns:a16="http://schemas.microsoft.com/office/drawing/2014/main" id="{0B0D77C1-6480-A8B2-27D3-E5D8326145A6}"/>
              </a:ext>
            </a:extLst>
          </p:cNvPr>
          <p:cNvSpPr>
            <a:spLocks noGrp="1"/>
          </p:cNvSpPr>
          <p:nvPr>
            <p:ph type="sldNum" sz="quarter" idx="12"/>
          </p:nvPr>
        </p:nvSpPr>
        <p:spPr/>
        <p:txBody>
          <a:bodyPr/>
          <a:lstStyle>
            <a:lvl1pPr>
              <a:defRPr/>
            </a:lvl1pPr>
          </a:lstStyle>
          <a:p>
            <a:fld id="{D29A4B24-9A88-46E6-B09C-F0A49D449617}" type="slidenum">
              <a:rPr lang="en-US" altLang="en-US"/>
              <a:pPr/>
              <a:t>‹#›</a:t>
            </a:fld>
            <a:endParaRPr lang="en-US" altLang="en-US"/>
          </a:p>
        </p:txBody>
      </p:sp>
    </p:spTree>
    <p:extLst>
      <p:ext uri="{BB962C8B-B14F-4D97-AF65-F5344CB8AC3E}">
        <p14:creationId xmlns:p14="http://schemas.microsoft.com/office/powerpoint/2010/main" val="1160449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98FCBA-08DD-4387-2E0B-CDAD56D96772}"/>
              </a:ext>
            </a:extLst>
          </p:cNvPr>
          <p:cNvSpPr>
            <a:spLocks noGrp="1"/>
          </p:cNvSpPr>
          <p:nvPr>
            <p:ph type="dt" sz="half" idx="10"/>
          </p:nvPr>
        </p:nvSpPr>
        <p:spPr/>
        <p:txBody>
          <a:bodyPr/>
          <a:lstStyle>
            <a:lvl1pPr>
              <a:defRPr/>
            </a:lvl1pPr>
          </a:lstStyle>
          <a:p>
            <a:pPr>
              <a:defRPr/>
            </a:pPr>
            <a:r>
              <a:rPr lang="en-US"/>
              <a:t>3/27/2025</a:t>
            </a:r>
          </a:p>
        </p:txBody>
      </p:sp>
      <p:sp>
        <p:nvSpPr>
          <p:cNvPr id="5" name="Footer Placeholder 4">
            <a:extLst>
              <a:ext uri="{FF2B5EF4-FFF2-40B4-BE49-F238E27FC236}">
                <a16:creationId xmlns:a16="http://schemas.microsoft.com/office/drawing/2014/main" id="{B49D00E5-89EF-5B79-D1B6-96A4B5AF5751}"/>
              </a:ext>
            </a:extLst>
          </p:cNvPr>
          <p:cNvSpPr>
            <a:spLocks noGrp="1"/>
          </p:cNvSpPr>
          <p:nvPr>
            <p:ph type="ftr" sz="quarter" idx="11"/>
          </p:nvPr>
        </p:nvSpPr>
        <p:spPr/>
        <p:txBody>
          <a:bodyPr/>
          <a:lstStyle>
            <a:lvl1pPr>
              <a:defRPr/>
            </a:lvl1pPr>
          </a:lstStyle>
          <a:p>
            <a:pPr>
              <a:defRPr/>
            </a:pPr>
            <a:r>
              <a:rPr lang="en-US"/>
              <a:t>CAPSTONE PROJECT </a:t>
            </a:r>
          </a:p>
        </p:txBody>
      </p:sp>
      <p:sp>
        <p:nvSpPr>
          <p:cNvPr id="6" name="Slide Number Placeholder 5">
            <a:extLst>
              <a:ext uri="{FF2B5EF4-FFF2-40B4-BE49-F238E27FC236}">
                <a16:creationId xmlns:a16="http://schemas.microsoft.com/office/drawing/2014/main" id="{711DD2C9-359C-CADE-CA30-3C9422F05C16}"/>
              </a:ext>
            </a:extLst>
          </p:cNvPr>
          <p:cNvSpPr>
            <a:spLocks noGrp="1"/>
          </p:cNvSpPr>
          <p:nvPr>
            <p:ph type="sldNum" sz="quarter" idx="12"/>
          </p:nvPr>
        </p:nvSpPr>
        <p:spPr/>
        <p:txBody>
          <a:bodyPr/>
          <a:lstStyle>
            <a:lvl1pPr>
              <a:defRPr/>
            </a:lvl1pPr>
          </a:lstStyle>
          <a:p>
            <a:fld id="{09EC59E9-8CE6-46B3-AA68-3E1E00AFB68B}" type="slidenum">
              <a:rPr lang="en-US" altLang="en-US"/>
              <a:pPr/>
              <a:t>‹#›</a:t>
            </a:fld>
            <a:endParaRPr lang="en-US" altLang="en-US"/>
          </a:p>
        </p:txBody>
      </p:sp>
    </p:spTree>
    <p:extLst>
      <p:ext uri="{BB962C8B-B14F-4D97-AF65-F5344CB8AC3E}">
        <p14:creationId xmlns:p14="http://schemas.microsoft.com/office/powerpoint/2010/main" val="50850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6CE5444-9572-0021-CB1F-C384D29F2D55}"/>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7DC69E0D-143A-0A62-629D-8143EA760AF5}"/>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3C0E9F08-5641-6C12-6F0E-8B62D63D89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r>
              <a:rPr lang="en-US"/>
              <a:t>3/27/2025</a:t>
            </a:r>
          </a:p>
        </p:txBody>
      </p:sp>
      <p:sp>
        <p:nvSpPr>
          <p:cNvPr id="5" name="Footer Placeholder 4">
            <a:extLst>
              <a:ext uri="{FF2B5EF4-FFF2-40B4-BE49-F238E27FC236}">
                <a16:creationId xmlns:a16="http://schemas.microsoft.com/office/drawing/2014/main" id="{84AFB0E1-652A-5545-B123-5133D9A535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US"/>
              <a:t>CAPSTONE PROJECT </a:t>
            </a:r>
          </a:p>
        </p:txBody>
      </p:sp>
      <p:sp>
        <p:nvSpPr>
          <p:cNvPr id="6" name="Slide Number Placeholder 5">
            <a:extLst>
              <a:ext uri="{FF2B5EF4-FFF2-40B4-BE49-F238E27FC236}">
                <a16:creationId xmlns:a16="http://schemas.microsoft.com/office/drawing/2014/main" id="{CEE793DE-85C0-EFEA-0628-0DCC95C235B8}"/>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5722BF9D-E5B6-479D-BCDD-5CFB1EDFD85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mailto:abc@gmail.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050F000F-A6B9-69C0-3E1E-38B9474F1BFA}"/>
              </a:ext>
            </a:extLst>
          </p:cNvPr>
          <p:cNvSpPr>
            <a:spLocks noGrp="1"/>
          </p:cNvSpPr>
          <p:nvPr>
            <p:ph type="ctrTitle"/>
          </p:nvPr>
        </p:nvSpPr>
        <p:spPr>
          <a:xfrm>
            <a:off x="1014413" y="1200150"/>
            <a:ext cx="10234612" cy="1530878"/>
          </a:xfrm>
        </p:spPr>
        <p:txBody>
          <a:bodyPr/>
          <a:lstStyle/>
          <a:p>
            <a:r>
              <a:rPr lang="en-IN" sz="3600" dirty="0">
                <a:solidFill>
                  <a:srgbClr val="FF0000"/>
                </a:solidFill>
                <a:latin typeface="Times New Roman" panose="02020603050405020304" pitchFamily="18" charset="0"/>
                <a:cs typeface="Times New Roman" panose="02020603050405020304" pitchFamily="18" charset="0"/>
              </a:rPr>
              <a:t>Regular Expressions for Real-World Text Processing</a:t>
            </a:r>
            <a:endParaRPr lang="en-IN" sz="36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B219673E-7A69-F102-0835-66D51380D237}"/>
              </a:ext>
            </a:extLst>
          </p:cNvPr>
          <p:cNvSpPr>
            <a:spLocks noGrp="1"/>
          </p:cNvSpPr>
          <p:nvPr>
            <p:ph type="subTitle" idx="1"/>
          </p:nvPr>
        </p:nvSpPr>
        <p:spPr>
          <a:xfrm>
            <a:off x="1488789" y="3305881"/>
            <a:ext cx="9608702" cy="2727621"/>
          </a:xfrm>
        </p:spPr>
        <p:txBody>
          <a:bodyPr rtlCol="0">
            <a:noAutofit/>
          </a:bodyPr>
          <a:lstStyle/>
          <a:p>
            <a:r>
              <a:rPr lang="en-US" sz="2300" dirty="0">
                <a:latin typeface="Times New Roman" panose="02020603050405020304" pitchFamily="18" charset="0"/>
                <a:cs typeface="Times New Roman" panose="02020603050405020304" pitchFamily="18" charset="0"/>
              </a:rPr>
              <a:t>N. Hemanth Reddy(192472215)</a:t>
            </a:r>
          </a:p>
          <a:p>
            <a:pPr eaLnBrk="1" fontAlgn="auto" hangingPunct="1">
              <a:spcAft>
                <a:spcPts val="0"/>
              </a:spcAft>
              <a:defRPr/>
            </a:pPr>
            <a:r>
              <a:rPr lang="en-US" sz="2300" b="1" dirty="0">
                <a:latin typeface="Times New Roman" panose="02020603050405020304" pitchFamily="18" charset="0"/>
                <a:cs typeface="Times New Roman" panose="02020603050405020304" pitchFamily="18" charset="0"/>
              </a:rPr>
              <a:t>DSA0302-</a:t>
            </a:r>
            <a:r>
              <a:rPr lang="en-IN" sz="2300" b="1" dirty="0">
                <a:latin typeface="Times New Roman" panose="02020603050405020304" pitchFamily="18" charset="0"/>
                <a:cs typeface="Times New Roman" panose="02020603050405020304" pitchFamily="18" charset="0"/>
              </a:rPr>
              <a:t> Natural Language Processing</a:t>
            </a:r>
          </a:p>
          <a:p>
            <a:pPr eaLnBrk="1" fontAlgn="auto" hangingPunct="1">
              <a:spcAft>
                <a:spcPts val="0"/>
              </a:spcAft>
              <a:defRPr/>
            </a:pPr>
            <a:r>
              <a:rPr lang="en-US" sz="2300" b="1" dirty="0">
                <a:latin typeface="Times New Roman" panose="02020603050405020304" pitchFamily="18" charset="0"/>
                <a:cs typeface="Times New Roman" panose="02020603050405020304" pitchFamily="18" charset="0"/>
              </a:rPr>
              <a:t>Course Faculty : Dr. T. Devi </a:t>
            </a:r>
          </a:p>
          <a:p>
            <a:pPr eaLnBrk="1" fontAlgn="auto" hangingPunct="1">
              <a:spcAft>
                <a:spcPts val="0"/>
              </a:spcAft>
              <a:defRPr/>
            </a:pPr>
            <a:r>
              <a:rPr lang="en-US" sz="2300" b="1" dirty="0">
                <a:latin typeface="Times New Roman" panose="02020603050405020304" pitchFamily="18" charset="0"/>
                <a:cs typeface="Times New Roman" panose="02020603050405020304" pitchFamily="18" charset="0"/>
              </a:rPr>
              <a:t>SIMATS Engineering, Chennai</a:t>
            </a:r>
          </a:p>
        </p:txBody>
      </p:sp>
      <p:pic>
        <p:nvPicPr>
          <p:cNvPr id="2052" name="image3.png" descr="C:\Users\ADMIN\AppData\Local\Microsoft\Windows\INetCache\Content.MSO\C29DB0A6.tmp">
            <a:extLst>
              <a:ext uri="{FF2B5EF4-FFF2-40B4-BE49-F238E27FC236}">
                <a16:creationId xmlns:a16="http://schemas.microsoft.com/office/drawing/2014/main" id="{30D4CBC6-D1D0-DD08-F133-3B2853554A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1263" y="169863"/>
            <a:ext cx="10037762" cy="103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Slide Number Placeholder 5">
            <a:extLst>
              <a:ext uri="{FF2B5EF4-FFF2-40B4-BE49-F238E27FC236}">
                <a16:creationId xmlns:a16="http://schemas.microsoft.com/office/drawing/2014/main" id="{437222A1-9C75-CA53-DB33-6BA8D28A2E1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08F6A864-BB6F-465D-8428-25557DF29687}" type="slidenum">
              <a:rPr lang="en-US" altLang="en-US">
                <a:solidFill>
                  <a:srgbClr val="898989"/>
                </a:solidFill>
              </a:rPr>
              <a:pPr/>
              <a:t>1</a:t>
            </a:fld>
            <a:endParaRPr lang="en-US" altLang="en-US">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0185F424-3DEF-238D-9658-462C385CFA32}"/>
              </a:ext>
            </a:extLst>
          </p:cNvPr>
          <p:cNvSpPr>
            <a:spLocks noGrp="1"/>
          </p:cNvSpPr>
          <p:nvPr>
            <p:ph type="title"/>
          </p:nvPr>
        </p:nvSpPr>
        <p:spPr>
          <a:xfrm>
            <a:off x="623596" y="965827"/>
            <a:ext cx="10515600" cy="1025525"/>
          </a:xfrm>
        </p:spPr>
        <p:txBody>
          <a:bodyPr/>
          <a:lstStyle/>
          <a:p>
            <a:pPr algn="ctr" eaLnBrk="1" hangingPunct="1"/>
            <a:r>
              <a:rPr lang="en-US" altLang="en-US" sz="3500" b="1" dirty="0">
                <a:latin typeface="Times New Roman" panose="02020603050405020304" pitchFamily="18" charset="0"/>
                <a:cs typeface="Times New Roman" panose="02020603050405020304" pitchFamily="18" charset="0"/>
              </a:rPr>
              <a:t>INTRODUCTION </a:t>
            </a:r>
          </a:p>
        </p:txBody>
      </p:sp>
      <p:pic>
        <p:nvPicPr>
          <p:cNvPr id="5124" name="image3.png" descr="C:\Users\ADMIN\AppData\Local\Microsoft\Windows\INetCache\Content.MSO\C29DB0A6.tmp">
            <a:extLst>
              <a:ext uri="{FF2B5EF4-FFF2-40B4-BE49-F238E27FC236}">
                <a16:creationId xmlns:a16="http://schemas.microsoft.com/office/drawing/2014/main" id="{C77458B9-742C-2F52-BD19-808621F05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069" y="52387"/>
            <a:ext cx="11762509" cy="778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Slide Number Placeholder 6">
            <a:extLst>
              <a:ext uri="{FF2B5EF4-FFF2-40B4-BE49-F238E27FC236}">
                <a16:creationId xmlns:a16="http://schemas.microsoft.com/office/drawing/2014/main" id="{63434F90-8903-15D3-E0CA-1E476BB8C86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E475DFF-A601-4189-84C9-702C4B01ECAF}" type="slidenum">
              <a:rPr lang="en-US" altLang="en-US">
                <a:solidFill>
                  <a:srgbClr val="898989"/>
                </a:solidFill>
              </a:rPr>
              <a:pPr/>
              <a:t>2</a:t>
            </a:fld>
            <a:endParaRPr lang="en-US" altLang="en-US">
              <a:solidFill>
                <a:srgbClr val="898989"/>
              </a:solidFill>
            </a:endParaRPr>
          </a:p>
        </p:txBody>
      </p:sp>
      <p:sp>
        <p:nvSpPr>
          <p:cNvPr id="2" name="Content Placeholder 1">
            <a:extLst>
              <a:ext uri="{FF2B5EF4-FFF2-40B4-BE49-F238E27FC236}">
                <a16:creationId xmlns:a16="http://schemas.microsoft.com/office/drawing/2014/main" id="{4CA4239C-1AD2-E44B-C597-1014AF50F20E}"/>
              </a:ext>
            </a:extLst>
          </p:cNvPr>
          <p:cNvSpPr>
            <a:spLocks noGrp="1" noChangeArrowheads="1"/>
          </p:cNvSpPr>
          <p:nvPr>
            <p:ph idx="1"/>
          </p:nvPr>
        </p:nvSpPr>
        <p:spPr bwMode="auto">
          <a:xfrm>
            <a:off x="904568" y="1796655"/>
            <a:ext cx="9124334" cy="3741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Regular Expression (Regex)</a:t>
            </a:r>
            <a:r>
              <a:rPr lang="en-IN" sz="2000" dirty="0">
                <a:latin typeface="Times New Roman" panose="02020603050405020304" pitchFamily="18" charset="0"/>
                <a:cs typeface="Times New Roman" panose="02020603050405020304" pitchFamily="18" charset="0"/>
              </a:rPr>
              <a:t> is a pattern used to </a:t>
            </a:r>
            <a:r>
              <a:rPr lang="en-IN" sz="2000" b="1" dirty="0">
                <a:latin typeface="Times New Roman" panose="02020603050405020304" pitchFamily="18" charset="0"/>
                <a:cs typeface="Times New Roman" panose="02020603050405020304" pitchFamily="18" charset="0"/>
              </a:rPr>
              <a:t>search, match, and validate text</a:t>
            </a:r>
            <a:r>
              <a:rPr lang="en-IN" sz="2000" dirty="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helps computers check whether text is in the </a:t>
            </a:r>
            <a:r>
              <a:rPr lang="en-IN" sz="2000" b="1" dirty="0">
                <a:latin typeface="Times New Roman" panose="02020603050405020304" pitchFamily="18" charset="0"/>
                <a:cs typeface="Times New Roman" panose="02020603050405020304" pitchFamily="18" charset="0"/>
              </a:rPr>
              <a:t>correct format</a:t>
            </a:r>
            <a:r>
              <a:rPr lang="en-IN" sz="2000" dirty="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Commonly used for </a:t>
            </a:r>
            <a:r>
              <a:rPr lang="en-IN" sz="2000" b="1" dirty="0">
                <a:latin typeface="Times New Roman" panose="02020603050405020304" pitchFamily="18" charset="0"/>
                <a:cs typeface="Times New Roman" panose="02020603050405020304" pitchFamily="18" charset="0"/>
              </a:rPr>
              <a:t>email, phone number, password, and URL validation</a:t>
            </a:r>
            <a:r>
              <a:rPr lang="en-IN" sz="2000" dirty="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Regex is widely used in </a:t>
            </a:r>
            <a:r>
              <a:rPr lang="en-IN" sz="2000" b="1" dirty="0">
                <a:latin typeface="Times New Roman" panose="02020603050405020304" pitchFamily="18" charset="0"/>
                <a:cs typeface="Times New Roman" panose="02020603050405020304" pitchFamily="18" charset="0"/>
              </a:rPr>
              <a:t>NLP, web development, data cleaning, and search engines</a:t>
            </a:r>
            <a:r>
              <a:rPr lang="en-IN" sz="2000" dirty="0">
                <a:latin typeface="Times New Roman" panose="02020603050405020304" pitchFamily="18" charset="0"/>
                <a:cs typeface="Times New Roman" panose="02020603050405020304" pitchFamily="18" charset="0"/>
              </a:rPr>
              <a:t>.</a:t>
            </a:r>
          </a:p>
          <a:p>
            <a:pPr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makes </a:t>
            </a:r>
            <a:r>
              <a:rPr lang="en-IN" sz="2000" b="1" dirty="0">
                <a:latin typeface="Times New Roman" panose="02020603050405020304" pitchFamily="18" charset="0"/>
                <a:cs typeface="Times New Roman" panose="02020603050405020304" pitchFamily="18" charset="0"/>
              </a:rPr>
              <a:t>text processing faster and more accurate</a:t>
            </a:r>
            <a:r>
              <a:rPr lang="en-IN" sz="2000" dirty="0">
                <a:latin typeface="Times New Roman" panose="02020603050405020304" pitchFamily="18" charset="0"/>
                <a:cs typeface="Times New Roman" panose="02020603050405020304" pitchFamily="18" charset="0"/>
              </a:rPr>
              <a:t>.</a:t>
            </a:r>
          </a:p>
          <a:p>
            <a:pPr algn="just">
              <a:lnSpc>
                <a:spcPct val="150000"/>
              </a:lnSpc>
              <a:spcBef>
                <a:spcPct val="0"/>
              </a:spcBef>
              <a:buFont typeface="Wingdings" panose="05000000000000000000" pitchFamily="2" charset="2"/>
              <a:buChar char="Ø"/>
            </a:pPr>
            <a:endPar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EFAAB-BE50-936C-3A7C-24A23A972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21179-93CB-A36A-4929-308BAC6E114F}"/>
              </a:ext>
            </a:extLst>
          </p:cNvPr>
          <p:cNvSpPr>
            <a:spLocks noGrp="1"/>
          </p:cNvSpPr>
          <p:nvPr>
            <p:ph type="title"/>
          </p:nvPr>
        </p:nvSpPr>
        <p:spPr>
          <a:xfrm>
            <a:off x="0" y="694846"/>
            <a:ext cx="12192000" cy="1325563"/>
          </a:xfrm>
        </p:spPr>
        <p:txBody>
          <a:bodyPr/>
          <a:lstStyle/>
          <a:p>
            <a:pPr algn="ctr"/>
            <a:r>
              <a:rPr lang="en-IN" sz="4000" dirty="0">
                <a:latin typeface="Times New Roman" panose="02020603050405020304" pitchFamily="18" charset="0"/>
                <a:cs typeface="Times New Roman" panose="02020603050405020304" pitchFamily="18" charset="0"/>
              </a:rPr>
              <a:t>Common Regex Symbols</a:t>
            </a:r>
            <a:endParaRPr lang="en-IN" sz="42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F9D27794-2BA6-E3F9-5AC1-440F3C587AFA}"/>
              </a:ext>
            </a:extLst>
          </p:cNvPr>
          <p:cNvSpPr>
            <a:spLocks noGrp="1"/>
          </p:cNvSpPr>
          <p:nvPr>
            <p:ph type="sldNum" sz="quarter" idx="12"/>
          </p:nvPr>
        </p:nvSpPr>
        <p:spPr/>
        <p:txBody>
          <a:bodyPr/>
          <a:lstStyle/>
          <a:p>
            <a:fld id="{337895B3-9731-4BA7-9430-BCF900189238}" type="slidenum">
              <a:rPr lang="en-US" altLang="en-US" smtClean="0"/>
              <a:pPr/>
              <a:t>3</a:t>
            </a:fld>
            <a:endParaRPr lang="en-US" altLang="en-US" dirty="0"/>
          </a:p>
        </p:txBody>
      </p:sp>
      <p:pic>
        <p:nvPicPr>
          <p:cNvPr id="3" name="image3.png" descr="C:\Users\ADMIN\AppData\Local\Microsoft\Windows\INetCache\Content.MSO\C29DB0A6.tmp">
            <a:extLst>
              <a:ext uri="{FF2B5EF4-FFF2-40B4-BE49-F238E27FC236}">
                <a16:creationId xmlns:a16="http://schemas.microsoft.com/office/drawing/2014/main" id="{924AC7A9-E0CE-83CB-87C7-44833A8A08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 y="136525"/>
            <a:ext cx="11704320" cy="711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 name="Content Placeholder 15">
            <a:extLst>
              <a:ext uri="{FF2B5EF4-FFF2-40B4-BE49-F238E27FC236}">
                <a16:creationId xmlns:a16="http://schemas.microsoft.com/office/drawing/2014/main" id="{4CB1D51E-9BA6-5B91-D3A7-B9D26B462F63}"/>
              </a:ext>
            </a:extLst>
          </p:cNvPr>
          <p:cNvGraphicFramePr>
            <a:graphicFrameLocks noGrp="1"/>
          </p:cNvGraphicFramePr>
          <p:nvPr>
            <p:ph idx="1"/>
            <p:extLst>
              <p:ext uri="{D42A27DB-BD31-4B8C-83A1-F6EECF244321}">
                <p14:modId xmlns:p14="http://schemas.microsoft.com/office/powerpoint/2010/main" val="1160267672"/>
              </p:ext>
            </p:extLst>
          </p:nvPr>
        </p:nvGraphicFramePr>
        <p:xfrm>
          <a:off x="860388" y="2020408"/>
          <a:ext cx="11087772" cy="3163428"/>
        </p:xfrm>
        <a:graphic>
          <a:graphicData uri="http://schemas.openxmlformats.org/drawingml/2006/table">
            <a:tbl>
              <a:tblPr firstRow="1" bandRow="1">
                <a:tableStyleId>{5C22544A-7EE6-4342-B048-85BDC9FD1C3A}</a:tableStyleId>
              </a:tblPr>
              <a:tblGrid>
                <a:gridCol w="3695924">
                  <a:extLst>
                    <a:ext uri="{9D8B030D-6E8A-4147-A177-3AD203B41FA5}">
                      <a16:colId xmlns:a16="http://schemas.microsoft.com/office/drawing/2014/main" val="2924355889"/>
                    </a:ext>
                  </a:extLst>
                </a:gridCol>
                <a:gridCol w="3695924">
                  <a:extLst>
                    <a:ext uri="{9D8B030D-6E8A-4147-A177-3AD203B41FA5}">
                      <a16:colId xmlns:a16="http://schemas.microsoft.com/office/drawing/2014/main" val="321677572"/>
                    </a:ext>
                  </a:extLst>
                </a:gridCol>
                <a:gridCol w="3695924">
                  <a:extLst>
                    <a:ext uri="{9D8B030D-6E8A-4147-A177-3AD203B41FA5}">
                      <a16:colId xmlns:a16="http://schemas.microsoft.com/office/drawing/2014/main" val="3204922936"/>
                    </a:ext>
                  </a:extLst>
                </a:gridCol>
              </a:tblGrid>
              <a:tr h="527238">
                <a:tc>
                  <a:txBody>
                    <a:bodyPr/>
                    <a:lstStyle/>
                    <a:p>
                      <a:pPr>
                        <a:buNone/>
                      </a:pPr>
                      <a:r>
                        <a:rPr lang="en-IN" sz="2000" dirty="0">
                          <a:latin typeface="Times New Roman" panose="02020603050405020304" pitchFamily="18" charset="0"/>
                          <a:cs typeface="Times New Roman" panose="02020603050405020304" pitchFamily="18" charset="0"/>
                        </a:rPr>
                        <a:t>Symbol</a:t>
                      </a:r>
                    </a:p>
                  </a:txBody>
                  <a:tcPr anchor="ctr"/>
                </a:tc>
                <a:tc>
                  <a:txBody>
                    <a:bodyPr/>
                    <a:lstStyle/>
                    <a:p>
                      <a:pPr>
                        <a:buNone/>
                      </a:pPr>
                      <a:r>
                        <a:rPr lang="en-IN" sz="2000">
                          <a:latin typeface="Times New Roman" panose="02020603050405020304" pitchFamily="18" charset="0"/>
                          <a:cs typeface="Times New Roman" panose="02020603050405020304" pitchFamily="18" charset="0"/>
                        </a:rPr>
                        <a:t>Meaning</a:t>
                      </a:r>
                    </a:p>
                  </a:txBody>
                  <a:tcPr anchor="ctr"/>
                </a:tc>
                <a:tc>
                  <a:txBody>
                    <a:bodyPr/>
                    <a:lstStyle/>
                    <a:p>
                      <a:pPr>
                        <a:buNone/>
                      </a:pPr>
                      <a:r>
                        <a:rPr lang="en-IN" sz="2000">
                          <a:latin typeface="Times New Roman" panose="02020603050405020304" pitchFamily="18" charset="0"/>
                          <a:cs typeface="Times New Roman" panose="02020603050405020304" pitchFamily="18" charset="0"/>
                        </a:rPr>
                        <a:t>Example</a:t>
                      </a:r>
                    </a:p>
                  </a:txBody>
                  <a:tcPr anchor="ctr"/>
                </a:tc>
                <a:extLst>
                  <a:ext uri="{0D108BD9-81ED-4DB2-BD59-A6C34878D82A}">
                    <a16:rowId xmlns:a16="http://schemas.microsoft.com/office/drawing/2014/main" val="2005788450"/>
                  </a:ext>
                </a:extLst>
              </a:tr>
              <a:tr h="527238">
                <a:tc>
                  <a:txBody>
                    <a:bodyPr/>
                    <a:lstStyle/>
                    <a:p>
                      <a:pPr>
                        <a:buNone/>
                      </a:pPr>
                      <a:r>
                        <a:rPr lang="en-IN" sz="2000">
                          <a:latin typeface="Times New Roman" panose="02020603050405020304" pitchFamily="18" charset="0"/>
                          <a:cs typeface="Times New Roman" panose="02020603050405020304" pitchFamily="18" charset="0"/>
                        </a:rPr>
                        <a:t>.</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 Matches any single character</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a. c</a:t>
                      </a:r>
                    </a:p>
                  </a:txBody>
                  <a:tcPr anchor="ctr"/>
                </a:tc>
                <a:extLst>
                  <a:ext uri="{0D108BD9-81ED-4DB2-BD59-A6C34878D82A}">
                    <a16:rowId xmlns:a16="http://schemas.microsoft.com/office/drawing/2014/main" val="1727821801"/>
                  </a:ext>
                </a:extLst>
              </a:tr>
              <a:tr h="527238">
                <a:tc>
                  <a:txBody>
                    <a:bodyPr/>
                    <a:lstStyle/>
                    <a:p>
                      <a:pPr>
                        <a:buNone/>
                      </a:pPr>
                      <a:r>
                        <a:rPr lang="en-IN" sz="2000" dirty="0">
                          <a:latin typeface="Times New Roman" panose="02020603050405020304" pitchFamily="18" charset="0"/>
                          <a:cs typeface="Times New Roman" panose="02020603050405020304" pitchFamily="18" charset="0"/>
                        </a:rPr>
                        <a:t>*</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Zero or more (Asterisk)</a:t>
                      </a:r>
                    </a:p>
                  </a:txBody>
                  <a:tcPr anchor="ctr"/>
                </a:tc>
                <a:tc>
                  <a:txBody>
                    <a:bodyPr/>
                    <a:lstStyle/>
                    <a:p>
                      <a:pPr>
                        <a:buNone/>
                      </a:pPr>
                      <a:r>
                        <a:rPr lang="en-IN" sz="2000">
                          <a:latin typeface="Times New Roman" panose="02020603050405020304" pitchFamily="18" charset="0"/>
                          <a:cs typeface="Times New Roman" panose="02020603050405020304" pitchFamily="18" charset="0"/>
                        </a:rPr>
                        <a:t>ab*</a:t>
                      </a:r>
                    </a:p>
                  </a:txBody>
                  <a:tcPr anchor="ctr"/>
                </a:tc>
                <a:extLst>
                  <a:ext uri="{0D108BD9-81ED-4DB2-BD59-A6C34878D82A}">
                    <a16:rowId xmlns:a16="http://schemas.microsoft.com/office/drawing/2014/main" val="4123422496"/>
                  </a:ext>
                </a:extLst>
              </a:tr>
              <a:tr h="527238">
                <a:tc>
                  <a:txBody>
                    <a:bodyPr/>
                    <a:lstStyle/>
                    <a:p>
                      <a:pPr>
                        <a:buNone/>
                      </a:pPr>
                      <a:r>
                        <a:rPr lang="en-IN" sz="2000">
                          <a:latin typeface="Times New Roman" panose="02020603050405020304" pitchFamily="18" charset="0"/>
                          <a:cs typeface="Times New Roman" panose="02020603050405020304" pitchFamily="18" charset="0"/>
                        </a:rPr>
                        <a:t>+</a:t>
                      </a:r>
                    </a:p>
                  </a:txBody>
                  <a:tcPr anchor="ctr"/>
                </a:tc>
                <a:tc>
                  <a:txBody>
                    <a:bodyPr/>
                    <a:lstStyle/>
                    <a:p>
                      <a:pPr>
                        <a:buNone/>
                      </a:pPr>
                      <a:r>
                        <a:rPr lang="en-IN" sz="2000">
                          <a:latin typeface="Times New Roman" panose="02020603050405020304" pitchFamily="18" charset="0"/>
                          <a:cs typeface="Times New Roman" panose="02020603050405020304" pitchFamily="18" charset="0"/>
                        </a:rPr>
                        <a:t>One or more</a:t>
                      </a:r>
                    </a:p>
                  </a:txBody>
                  <a:tcPr anchor="ctr"/>
                </a:tc>
                <a:tc>
                  <a:txBody>
                    <a:bodyPr/>
                    <a:lstStyle/>
                    <a:p>
                      <a:pPr>
                        <a:buNone/>
                      </a:pPr>
                      <a:r>
                        <a:rPr lang="en-IN" sz="2000">
                          <a:latin typeface="Times New Roman" panose="02020603050405020304" pitchFamily="18" charset="0"/>
                          <a:cs typeface="Times New Roman" panose="02020603050405020304" pitchFamily="18" charset="0"/>
                        </a:rPr>
                        <a:t>ab+</a:t>
                      </a:r>
                    </a:p>
                  </a:txBody>
                  <a:tcPr anchor="ctr"/>
                </a:tc>
                <a:extLst>
                  <a:ext uri="{0D108BD9-81ED-4DB2-BD59-A6C34878D82A}">
                    <a16:rowId xmlns:a16="http://schemas.microsoft.com/office/drawing/2014/main" val="3657195893"/>
                  </a:ext>
                </a:extLst>
              </a:tr>
              <a:tr h="527238">
                <a:tc>
                  <a:txBody>
                    <a:bodyPr/>
                    <a:lstStyle/>
                    <a:p>
                      <a:pPr>
                        <a:buNone/>
                      </a:pPr>
                      <a:r>
                        <a:rPr lang="en-IN" sz="2000">
                          <a:latin typeface="Times New Roman" panose="02020603050405020304" pitchFamily="18" charset="0"/>
                          <a:cs typeface="Times New Roman" panose="02020603050405020304" pitchFamily="18" charset="0"/>
                        </a:rPr>
                        <a:t>\d</a:t>
                      </a:r>
                    </a:p>
                  </a:txBody>
                  <a:tcPr anchor="ctr"/>
                </a:tc>
                <a:tc>
                  <a:txBody>
                    <a:bodyPr/>
                    <a:lstStyle/>
                    <a:p>
                      <a:pPr>
                        <a:buNone/>
                      </a:pPr>
                      <a:r>
                        <a:rPr lang="en-IN" sz="2000">
                          <a:latin typeface="Times New Roman" panose="02020603050405020304" pitchFamily="18" charset="0"/>
                          <a:cs typeface="Times New Roman" panose="02020603050405020304" pitchFamily="18" charset="0"/>
                        </a:rPr>
                        <a:t>Digit</a:t>
                      </a:r>
                    </a:p>
                  </a:txBody>
                  <a:tcPr anchor="ctr"/>
                </a:tc>
                <a:tc>
                  <a:txBody>
                    <a:bodyPr/>
                    <a:lstStyle/>
                    <a:p>
                      <a:pPr>
                        <a:buNone/>
                      </a:pPr>
                      <a:r>
                        <a:rPr lang="en-IN" sz="2000">
                          <a:latin typeface="Times New Roman" panose="02020603050405020304" pitchFamily="18" charset="0"/>
                          <a:cs typeface="Times New Roman" panose="02020603050405020304" pitchFamily="18" charset="0"/>
                        </a:rPr>
                        <a:t>\d{10}</a:t>
                      </a:r>
                    </a:p>
                  </a:txBody>
                  <a:tcPr anchor="ctr"/>
                </a:tc>
                <a:extLst>
                  <a:ext uri="{0D108BD9-81ED-4DB2-BD59-A6C34878D82A}">
                    <a16:rowId xmlns:a16="http://schemas.microsoft.com/office/drawing/2014/main" val="782098386"/>
                  </a:ext>
                </a:extLst>
              </a:tr>
              <a:tr h="527238">
                <a:tc>
                  <a:txBody>
                    <a:bodyPr/>
                    <a:lstStyle/>
                    <a:p>
                      <a:pPr>
                        <a:buNone/>
                      </a:pPr>
                      <a:r>
                        <a:rPr lang="en-IN" sz="2000" dirty="0">
                          <a:latin typeface="Times New Roman" panose="02020603050405020304" pitchFamily="18" charset="0"/>
                          <a:cs typeface="Times New Roman" panose="02020603050405020304" pitchFamily="18" charset="0"/>
                        </a:rPr>
                        <a:t>^ (caret)$</a:t>
                      </a:r>
                    </a:p>
                  </a:txBody>
                  <a:tcPr anchor="ctr"/>
                </a:tc>
                <a:tc>
                  <a:txBody>
                    <a:bodyPr/>
                    <a:lstStyle/>
                    <a:p>
                      <a:pPr>
                        <a:buNone/>
                      </a:pPr>
                      <a:r>
                        <a:rPr lang="en-IN" sz="2000">
                          <a:latin typeface="Times New Roman" panose="02020603050405020304" pitchFamily="18" charset="0"/>
                          <a:cs typeface="Times New Roman" panose="02020603050405020304" pitchFamily="18" charset="0"/>
                        </a:rPr>
                        <a:t>Start &amp; End</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^Hello$</a:t>
                      </a:r>
                    </a:p>
                  </a:txBody>
                  <a:tcPr anchor="ctr"/>
                </a:tc>
                <a:extLst>
                  <a:ext uri="{0D108BD9-81ED-4DB2-BD59-A6C34878D82A}">
                    <a16:rowId xmlns:a16="http://schemas.microsoft.com/office/drawing/2014/main" val="137573625"/>
                  </a:ext>
                </a:extLst>
              </a:tr>
            </a:tbl>
          </a:graphicData>
        </a:graphic>
      </p:graphicFrame>
      <p:sp>
        <p:nvSpPr>
          <p:cNvPr id="5" name="TextBox 4">
            <a:extLst>
              <a:ext uri="{FF2B5EF4-FFF2-40B4-BE49-F238E27FC236}">
                <a16:creationId xmlns:a16="http://schemas.microsoft.com/office/drawing/2014/main" id="{08B6357C-0C8C-5585-DB43-618E8AEAF05A}"/>
              </a:ext>
            </a:extLst>
          </p:cNvPr>
          <p:cNvSpPr txBox="1"/>
          <p:nvPr/>
        </p:nvSpPr>
        <p:spPr>
          <a:xfrm rot="10800000" flipV="1">
            <a:off x="860386" y="5385890"/>
            <a:ext cx="11087771" cy="1200329"/>
          </a:xfrm>
          <a:prstGeom prst="rect">
            <a:avLst/>
          </a:prstGeom>
          <a:noFill/>
        </p:spPr>
        <p:txBody>
          <a:bodyPr wrap="square">
            <a:spAutoFit/>
          </a:bodyPr>
          <a:lstStyle/>
          <a:p>
            <a:pPr algn="just"/>
            <a:r>
              <a:rPr lang="en-IN" b="1" dirty="0">
                <a:latin typeface="Times New Roman" panose="02020603050405020304" pitchFamily="18" charset="0"/>
                <a:cs typeface="Times New Roman" panose="02020603050405020304" pitchFamily="18" charset="0"/>
              </a:rPr>
              <a:t>Regular Expressions (Regex)</a:t>
            </a:r>
            <a:r>
              <a:rPr lang="en-IN" dirty="0">
                <a:latin typeface="Times New Roman" panose="02020603050405020304" pitchFamily="18" charset="0"/>
                <a:cs typeface="Times New Roman" panose="02020603050405020304" pitchFamily="18" charset="0"/>
              </a:rPr>
              <a:t> are special patterns used to search, match, and manipulate text efficiently. They help computers identify, validate, and extract information from text, such as email addresses, phone numbers, passwords, URLs, and dates. Regex is widely used in web development, data validation, text processing, and Natural Language Processing (NLP) to improve the speed and accuracy of handling textual data.</a:t>
            </a:r>
          </a:p>
        </p:txBody>
      </p:sp>
    </p:spTree>
    <p:extLst>
      <p:ext uri="{BB962C8B-B14F-4D97-AF65-F5344CB8AC3E}">
        <p14:creationId xmlns:p14="http://schemas.microsoft.com/office/powerpoint/2010/main" val="1546858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DC5A2DEC-7B9A-EC1F-4AE0-96FD07D55FDA}"/>
              </a:ext>
            </a:extLst>
          </p:cNvPr>
          <p:cNvSpPr>
            <a:spLocks noGrp="1"/>
          </p:cNvSpPr>
          <p:nvPr>
            <p:ph type="sldNum" sz="quarter" idx="12"/>
          </p:nvPr>
        </p:nvSpPr>
        <p:spPr/>
        <p:txBody>
          <a:bodyPr/>
          <a:lstStyle/>
          <a:p>
            <a:fld id="{337895B3-9731-4BA7-9430-BCF900189238}" type="slidenum">
              <a:rPr lang="en-US" altLang="en-US" smtClean="0"/>
              <a:pPr/>
              <a:t>4</a:t>
            </a:fld>
            <a:endParaRPr lang="en-US" altLang="en-US"/>
          </a:p>
        </p:txBody>
      </p:sp>
      <p:sp>
        <p:nvSpPr>
          <p:cNvPr id="4" name="AutoShape 3" descr="Generated image">
            <a:extLst>
              <a:ext uri="{FF2B5EF4-FFF2-40B4-BE49-F238E27FC236}">
                <a16:creationId xmlns:a16="http://schemas.microsoft.com/office/drawing/2014/main" id="{AEABC42C-72F7-25A8-EA08-98960215B9E3}"/>
              </a:ext>
            </a:extLst>
          </p:cNvPr>
          <p:cNvSpPr>
            <a:spLocks noChangeAspect="1" noChangeArrowheads="1"/>
          </p:cNvSpPr>
          <p:nvPr/>
        </p:nvSpPr>
        <p:spPr bwMode="auto">
          <a:xfrm>
            <a:off x="5943599" y="1259889"/>
            <a:ext cx="2321511" cy="232151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 name="Rectangle 1">
            <a:extLst>
              <a:ext uri="{FF2B5EF4-FFF2-40B4-BE49-F238E27FC236}">
                <a16:creationId xmlns:a16="http://schemas.microsoft.com/office/drawing/2014/main" id="{E310E22D-DDBE-12C8-5D98-0239A37BB519}"/>
              </a:ext>
            </a:extLst>
          </p:cNvPr>
          <p:cNvSpPr>
            <a:spLocks noChangeArrowheads="1"/>
          </p:cNvSpPr>
          <p:nvPr/>
        </p:nvSpPr>
        <p:spPr bwMode="auto">
          <a:xfrm>
            <a:off x="844952" y="1568351"/>
            <a:ext cx="10903352"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endParaRPr lang="en-IN" sz="2000" b="1" dirty="0">
              <a:latin typeface="Times New Roman" panose="02020603050405020304" pitchFamily="18" charset="0"/>
              <a:cs typeface="Times New Roman" panose="02020603050405020304" pitchFamily="18" charset="0"/>
            </a:endParaRPr>
          </a:p>
          <a:p>
            <a:pPr algn="just">
              <a:lnSpc>
                <a:spcPct val="150000"/>
              </a:lnSpc>
            </a:pPr>
            <a:r>
              <a:rPr lang="en-IN" sz="2000" dirty="0">
                <a:latin typeface="Times New Roman" panose="02020603050405020304" pitchFamily="18" charset="0"/>
                <a:cs typeface="Times New Roman" panose="02020603050405020304" pitchFamily="18" charset="0"/>
              </a:rPr>
              <a:t>Regular Expressions (Regex) provide an efficient way to identify and manipulate text based on predefined patterns. They are widely used to filter, search, and extract useful information from large datasets. Regex plays an important role in software development, database management, text mining, web applications, and Natural Language Processing (NLP), improving both the speed and accuracy of text processing.</a:t>
            </a:r>
          </a:p>
          <a:p>
            <a:pPr algn="just">
              <a:lnSpc>
                <a:spcPct val="150000"/>
              </a:lnSpc>
            </a:pPr>
            <a:r>
              <a:rPr lang="en-IN" sz="2000" b="1" dirty="0">
                <a:latin typeface="Times New Roman" panose="02020603050405020304" pitchFamily="18" charset="0"/>
                <a:cs typeface="Times New Roman" panose="02020603050405020304" pitchFamily="18" charset="0"/>
              </a:rPr>
              <a:t>                                                                    Email:</a:t>
            </a:r>
            <a:r>
              <a:rPr lang="en-IN"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2"/>
              </a:rPr>
              <a:t>abc@gmail.com</a:t>
            </a:r>
            <a:endParaRPr lang="en-IN" sz="2000" dirty="0">
              <a:latin typeface="Times New Roman" panose="02020603050405020304" pitchFamily="18" charset="0"/>
              <a:cs typeface="Times New Roman" panose="02020603050405020304" pitchFamily="18" charset="0"/>
            </a:endParaRPr>
          </a:p>
          <a:p>
            <a:pPr algn="ctr">
              <a:lnSpc>
                <a:spcPct val="150000"/>
              </a:lnSpc>
            </a:pPr>
            <a:r>
              <a:rPr lang="en-IN" sz="2000" b="1" dirty="0">
                <a:latin typeface="Times New Roman" panose="02020603050405020304" pitchFamily="18" charset="0"/>
                <a:cs typeface="Times New Roman" panose="02020603050405020304" pitchFamily="18" charset="0"/>
              </a:rPr>
              <a:t>Phone:</a:t>
            </a:r>
            <a:r>
              <a:rPr lang="en-IN" sz="2000" dirty="0">
                <a:latin typeface="Times New Roman" panose="02020603050405020304" pitchFamily="18" charset="0"/>
                <a:cs typeface="Times New Roman" panose="02020603050405020304" pitchFamily="18" charset="0"/>
              </a:rPr>
              <a:t> 9876543210</a:t>
            </a:r>
          </a:p>
          <a:p>
            <a:pPr algn="ctr">
              <a:lnSpc>
                <a:spcPct val="150000"/>
              </a:lnSpc>
            </a:pPr>
            <a:r>
              <a:rPr lang="en-IN" sz="2000" b="1" dirty="0">
                <a:latin typeface="Times New Roman" panose="02020603050405020304" pitchFamily="18" charset="0"/>
                <a:cs typeface="Times New Roman" panose="02020603050405020304" pitchFamily="18" charset="0"/>
              </a:rPr>
              <a:t>Date:</a:t>
            </a:r>
            <a:r>
              <a:rPr lang="en-IN" sz="2000" dirty="0">
                <a:latin typeface="Times New Roman" panose="02020603050405020304" pitchFamily="18" charset="0"/>
                <a:cs typeface="Times New Roman" panose="02020603050405020304" pitchFamily="18" charset="0"/>
              </a:rPr>
              <a:t> 15/07/2026</a:t>
            </a:r>
          </a:p>
          <a:p>
            <a:pPr algn="ctr">
              <a:lnSpc>
                <a:spcPct val="150000"/>
              </a:lnSpc>
            </a:pPr>
            <a:r>
              <a:rPr lang="en-IN" sz="2000" b="1" dirty="0">
                <a:latin typeface="Times New Roman" panose="02020603050405020304" pitchFamily="18" charset="0"/>
                <a:cs typeface="Times New Roman" panose="02020603050405020304" pitchFamily="18" charset="0"/>
              </a:rPr>
              <a:t>          URL:</a:t>
            </a:r>
            <a:r>
              <a:rPr lang="en-IN" sz="2000" dirty="0">
                <a:latin typeface="Times New Roman" panose="02020603050405020304" pitchFamily="18" charset="0"/>
                <a:cs typeface="Times New Roman" panose="02020603050405020304" pitchFamily="18" charset="0"/>
              </a:rPr>
              <a:t> https://example.com</a:t>
            </a:r>
          </a:p>
          <a:p>
            <a:pPr algn="just">
              <a:lnSpc>
                <a:spcPct val="150000"/>
              </a:lnSpc>
            </a:pPr>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95864DC-D37C-7089-3B06-C37AD35CDE29}"/>
              </a:ext>
            </a:extLst>
          </p:cNvPr>
          <p:cNvSpPr txBox="1"/>
          <p:nvPr/>
        </p:nvSpPr>
        <p:spPr>
          <a:xfrm>
            <a:off x="214745" y="1259889"/>
            <a:ext cx="11987328" cy="646331"/>
          </a:xfrm>
          <a:prstGeom prst="rect">
            <a:avLst/>
          </a:prstGeom>
          <a:noFill/>
        </p:spPr>
        <p:txBody>
          <a:bodyPr wrap="square">
            <a:spAutoFit/>
          </a:bodyPr>
          <a:lstStyle/>
          <a:p>
            <a:pPr marL="0" indent="0" algn="ctr">
              <a:buNone/>
            </a:pPr>
            <a:r>
              <a:rPr lang="en-IN" sz="3600" dirty="0">
                <a:latin typeface="Times New Roman" panose="02020603050405020304" pitchFamily="18" charset="0"/>
                <a:cs typeface="Times New Roman" panose="02020603050405020304" pitchFamily="18" charset="0"/>
              </a:rPr>
              <a:t>Examples &amp; Applications</a:t>
            </a:r>
            <a:endParaRPr lang="en-IN" sz="3600" dirty="0">
              <a:solidFill>
                <a:srgbClr val="FF0000"/>
              </a:solidFill>
              <a:latin typeface="Times New Roman" panose="02020603050405020304" pitchFamily="18" charset="0"/>
              <a:cs typeface="Times New Roman" panose="02020603050405020304" pitchFamily="18" charset="0"/>
            </a:endParaRPr>
          </a:p>
        </p:txBody>
      </p:sp>
      <p:pic>
        <p:nvPicPr>
          <p:cNvPr id="12" name="image3.png" descr="C:\Users\ADMIN\AppData\Local\Microsoft\Windows\INetCache\Content.MSO\C29DB0A6.tmp">
            <a:extLst>
              <a:ext uri="{FF2B5EF4-FFF2-40B4-BE49-F238E27FC236}">
                <a16:creationId xmlns:a16="http://schemas.microsoft.com/office/drawing/2014/main" id="{529F64DF-EC8C-7A0D-D149-669AE9CC3F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745" y="136525"/>
            <a:ext cx="11762509" cy="778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47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384E5-1EC6-CE9A-61C7-9063AC1CA9C4}"/>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Email Validation</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C261AA6-8060-731D-B0F6-6E2032667B58}"/>
              </a:ext>
            </a:extLst>
          </p:cNvPr>
          <p:cNvSpPr>
            <a:spLocks noGrp="1"/>
          </p:cNvSpPr>
          <p:nvPr>
            <p:ph idx="1"/>
          </p:nvPr>
        </p:nvSpPr>
        <p:spPr>
          <a:xfrm>
            <a:off x="838200" y="1543666"/>
            <a:ext cx="10515600" cy="5314334"/>
          </a:xfrm>
        </p:spPr>
        <p:txBody>
          <a:bodyPr/>
          <a:lstStyle/>
          <a:p>
            <a:pPr marL="0" indent="0">
              <a:buNone/>
            </a:pPr>
            <a:r>
              <a:rPr lang="en-IN" sz="1800" dirty="0">
                <a:latin typeface="Times New Roman" panose="02020603050405020304" pitchFamily="18" charset="0"/>
                <a:cs typeface="Times New Roman" panose="02020603050405020304" pitchFamily="18" charset="0"/>
              </a:rPr>
              <a:t>import re</a:t>
            </a:r>
          </a:p>
          <a:p>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email = "abc@gmail.com"</a:t>
            </a:r>
          </a:p>
          <a:p>
            <a:pPr marL="0" indent="0">
              <a:buNone/>
            </a:pPr>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pattern = r'^[A-Za-z0-9._%+-]+@[A-Za-z0-9.-]+\.[A-Za-z]{2,}$'</a:t>
            </a:r>
          </a:p>
          <a:p>
            <a:endParaRPr lang="en-IN" sz="1800" dirty="0">
              <a:latin typeface="Times New Roman" panose="02020603050405020304" pitchFamily="18" charset="0"/>
              <a:cs typeface="Times New Roman" panose="02020603050405020304" pitchFamily="18" charset="0"/>
            </a:endParaRPr>
          </a:p>
          <a:p>
            <a:pPr marL="0" indent="0">
              <a:buNone/>
            </a:pPr>
            <a:r>
              <a:rPr lang="en-IN" sz="1800" dirty="0">
                <a:latin typeface="Times New Roman" panose="02020603050405020304" pitchFamily="18" charset="0"/>
                <a:cs typeface="Times New Roman" panose="02020603050405020304" pitchFamily="18" charset="0"/>
              </a:rPr>
              <a:t>if </a:t>
            </a:r>
            <a:r>
              <a:rPr lang="en-IN" sz="1800" dirty="0" err="1">
                <a:latin typeface="Times New Roman" panose="02020603050405020304" pitchFamily="18" charset="0"/>
                <a:cs typeface="Times New Roman" panose="02020603050405020304" pitchFamily="18" charset="0"/>
              </a:rPr>
              <a:t>re.match</a:t>
            </a:r>
            <a:r>
              <a:rPr lang="en-IN" sz="1800" dirty="0">
                <a:latin typeface="Times New Roman" panose="02020603050405020304" pitchFamily="18" charset="0"/>
                <a:cs typeface="Times New Roman" panose="02020603050405020304" pitchFamily="18" charset="0"/>
              </a:rPr>
              <a:t>(pattern, email):</a:t>
            </a:r>
          </a:p>
          <a:p>
            <a:pPr marL="0" indent="0">
              <a:buNone/>
            </a:pPr>
            <a:r>
              <a:rPr lang="en-IN" sz="1800" dirty="0">
                <a:latin typeface="Times New Roman" panose="02020603050405020304" pitchFamily="18" charset="0"/>
                <a:cs typeface="Times New Roman" panose="02020603050405020304" pitchFamily="18" charset="0"/>
              </a:rPr>
              <a:t>    print("Valid Email")</a:t>
            </a:r>
          </a:p>
          <a:p>
            <a:pPr marL="0" indent="0">
              <a:buNone/>
            </a:pPr>
            <a:r>
              <a:rPr lang="en-IN" sz="1800" dirty="0">
                <a:latin typeface="Times New Roman" panose="02020603050405020304" pitchFamily="18" charset="0"/>
                <a:cs typeface="Times New Roman" panose="02020603050405020304" pitchFamily="18" charset="0"/>
              </a:rPr>
              <a:t>else:</a:t>
            </a:r>
          </a:p>
          <a:p>
            <a:pPr marL="0" indent="0">
              <a:buNone/>
            </a:pPr>
            <a:r>
              <a:rPr lang="en-IN" sz="1800" dirty="0">
                <a:latin typeface="Times New Roman" panose="02020603050405020304" pitchFamily="18" charset="0"/>
                <a:cs typeface="Times New Roman" panose="02020603050405020304" pitchFamily="18" charset="0"/>
              </a:rPr>
              <a:t>    print("Invalid Email")</a:t>
            </a:r>
          </a:p>
          <a:p>
            <a:pPr marL="0" indent="0">
              <a:buNone/>
            </a:pP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Output:</a:t>
            </a:r>
          </a:p>
          <a:p>
            <a:r>
              <a:rPr lang="en-IN" sz="1800" dirty="0"/>
              <a:t>Valid Email</a:t>
            </a:r>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C7DE994-5757-64B0-E981-9F32E3E991F9}"/>
              </a:ext>
            </a:extLst>
          </p:cNvPr>
          <p:cNvSpPr>
            <a:spLocks noGrp="1"/>
          </p:cNvSpPr>
          <p:nvPr>
            <p:ph type="dt" sz="half" idx="10"/>
          </p:nvPr>
        </p:nvSpPr>
        <p:spPr/>
        <p:txBody>
          <a:bodyPr/>
          <a:lstStyle/>
          <a:p>
            <a:pPr>
              <a:defRPr/>
            </a:pPr>
            <a:r>
              <a:rPr lang="en-US"/>
              <a:t>3/27/2025</a:t>
            </a:r>
          </a:p>
        </p:txBody>
      </p:sp>
      <p:sp>
        <p:nvSpPr>
          <p:cNvPr id="5" name="Footer Placeholder 4">
            <a:extLst>
              <a:ext uri="{FF2B5EF4-FFF2-40B4-BE49-F238E27FC236}">
                <a16:creationId xmlns:a16="http://schemas.microsoft.com/office/drawing/2014/main" id="{1169E776-CFB4-1B32-507D-19D74D644F41}"/>
              </a:ext>
            </a:extLst>
          </p:cNvPr>
          <p:cNvSpPr>
            <a:spLocks noGrp="1"/>
          </p:cNvSpPr>
          <p:nvPr>
            <p:ph type="ftr" sz="quarter" idx="11"/>
          </p:nvPr>
        </p:nvSpPr>
        <p:spPr/>
        <p:txBody>
          <a:bodyPr/>
          <a:lstStyle/>
          <a:p>
            <a:pPr>
              <a:defRPr/>
            </a:pPr>
            <a:r>
              <a:rPr lang="en-US"/>
              <a:t>CAPSTONE PROJECT </a:t>
            </a:r>
          </a:p>
        </p:txBody>
      </p:sp>
      <p:sp>
        <p:nvSpPr>
          <p:cNvPr id="6" name="Slide Number Placeholder 5">
            <a:extLst>
              <a:ext uri="{FF2B5EF4-FFF2-40B4-BE49-F238E27FC236}">
                <a16:creationId xmlns:a16="http://schemas.microsoft.com/office/drawing/2014/main" id="{7CA04B24-87C5-0307-9AA2-3212821928C7}"/>
              </a:ext>
            </a:extLst>
          </p:cNvPr>
          <p:cNvSpPr>
            <a:spLocks noGrp="1"/>
          </p:cNvSpPr>
          <p:nvPr>
            <p:ph type="sldNum" sz="quarter" idx="12"/>
          </p:nvPr>
        </p:nvSpPr>
        <p:spPr/>
        <p:txBody>
          <a:bodyPr/>
          <a:lstStyle/>
          <a:p>
            <a:fld id="{337895B3-9731-4BA7-9430-BCF900189238}" type="slidenum">
              <a:rPr lang="en-US" altLang="en-US" smtClean="0"/>
              <a:pPr/>
              <a:t>5</a:t>
            </a:fld>
            <a:endParaRPr lang="en-US" altLang="en-US"/>
          </a:p>
        </p:txBody>
      </p:sp>
    </p:spTree>
    <p:extLst>
      <p:ext uri="{BB962C8B-B14F-4D97-AF65-F5344CB8AC3E}">
        <p14:creationId xmlns:p14="http://schemas.microsoft.com/office/powerpoint/2010/main" val="1152737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5403108F-A3B8-BD55-4742-DE396C2A3A3F}"/>
              </a:ext>
            </a:extLst>
          </p:cNvPr>
          <p:cNvSpPr>
            <a:spLocks noGrp="1"/>
          </p:cNvSpPr>
          <p:nvPr>
            <p:ph type="title"/>
          </p:nvPr>
        </p:nvSpPr>
        <p:spPr>
          <a:xfrm>
            <a:off x="418749" y="747931"/>
            <a:ext cx="10515600" cy="1025525"/>
          </a:xfrm>
        </p:spPr>
        <p:txBody>
          <a:bodyPr/>
          <a:lstStyle/>
          <a:p>
            <a:pPr algn="ctr" eaLnBrk="1" hangingPunct="1"/>
            <a:r>
              <a:rPr lang="en-IN" sz="3600" b="1" dirty="0">
                <a:latin typeface="Times New Roman" panose="02020603050405020304" pitchFamily="18" charset="0"/>
                <a:cs typeface="Times New Roman" panose="02020603050405020304" pitchFamily="18" charset="0"/>
              </a:rPr>
              <a:t>Working Process of Regex</a:t>
            </a:r>
            <a:endParaRPr lang="en-US" altLang="en-US" sz="3500" b="1" dirty="0">
              <a:latin typeface="Times New Roman" panose="02020603050405020304" pitchFamily="18" charset="0"/>
              <a:cs typeface="Times New Roman" panose="02020603050405020304" pitchFamily="18" charset="0"/>
            </a:endParaRPr>
          </a:p>
        </p:txBody>
      </p:sp>
      <p:pic>
        <p:nvPicPr>
          <p:cNvPr id="22532" name="image3.png" descr="C:\Users\ADMIN\AppData\Local\Microsoft\Windows\INetCache\Content.MSO\C29DB0A6.tmp">
            <a:extLst>
              <a:ext uri="{FF2B5EF4-FFF2-40B4-BE49-F238E27FC236}">
                <a16:creationId xmlns:a16="http://schemas.microsoft.com/office/drawing/2014/main" id="{053645FE-6FDB-8C74-313B-3440DA27F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753" y="52388"/>
            <a:ext cx="12020203" cy="812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5" name="Slide Number Placeholder 6">
            <a:extLst>
              <a:ext uri="{FF2B5EF4-FFF2-40B4-BE49-F238E27FC236}">
                <a16:creationId xmlns:a16="http://schemas.microsoft.com/office/drawing/2014/main" id="{64472405-B354-5B62-557E-402D5EE07A9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6B2AD42-05F5-4755-9E7A-914237C4DBA0}" type="slidenum">
              <a:rPr lang="en-US" altLang="en-US">
                <a:solidFill>
                  <a:srgbClr val="898989"/>
                </a:solidFill>
              </a:rPr>
              <a:pPr/>
              <a:t>6</a:t>
            </a:fld>
            <a:endParaRPr lang="en-US" altLang="en-US">
              <a:solidFill>
                <a:srgbClr val="898989"/>
              </a:solidFill>
            </a:endParaRPr>
          </a:p>
        </p:txBody>
      </p:sp>
      <p:sp>
        <p:nvSpPr>
          <p:cNvPr id="3" name="Rectangle 1">
            <a:extLst>
              <a:ext uri="{FF2B5EF4-FFF2-40B4-BE49-F238E27FC236}">
                <a16:creationId xmlns:a16="http://schemas.microsoft.com/office/drawing/2014/main" id="{EE29779F-D5F7-0FBA-AFB4-D2806B2F2781}"/>
              </a:ext>
            </a:extLst>
          </p:cNvPr>
          <p:cNvSpPr>
            <a:spLocks noChangeArrowheads="1"/>
          </p:cNvSpPr>
          <p:nvPr/>
        </p:nvSpPr>
        <p:spPr bwMode="auto">
          <a:xfrm>
            <a:off x="879676" y="1589761"/>
            <a:ext cx="11064974" cy="39039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IN" sz="2400" b="1" dirty="0">
                <a:latin typeface="Times New Roman" panose="02020603050405020304" pitchFamily="18" charset="0"/>
                <a:cs typeface="Times New Roman" panose="02020603050405020304" pitchFamily="18" charset="0"/>
              </a:rPr>
              <a:t>Steps</a:t>
            </a:r>
          </a:p>
          <a:p>
            <a:pPr algn="just">
              <a:lnSpc>
                <a:spcPct val="15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Step 1:</a:t>
            </a:r>
            <a:r>
              <a:rPr lang="en-IN" sz="2400" dirty="0">
                <a:latin typeface="Times New Roman" panose="02020603050405020304" pitchFamily="18" charset="0"/>
                <a:cs typeface="Times New Roman" panose="02020603050405020304" pitchFamily="18" charset="0"/>
              </a:rPr>
              <a:t> User enters the text.</a:t>
            </a:r>
          </a:p>
          <a:p>
            <a:pPr algn="just">
              <a:lnSpc>
                <a:spcPct val="15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Step 2:</a:t>
            </a:r>
            <a:r>
              <a:rPr lang="en-IN" sz="2400" dirty="0">
                <a:latin typeface="Times New Roman" panose="02020603050405020304" pitchFamily="18" charset="0"/>
                <a:cs typeface="Times New Roman" panose="02020603050405020304" pitchFamily="18" charset="0"/>
              </a:rPr>
              <a:t> Regex pattern is applied.</a:t>
            </a:r>
          </a:p>
          <a:p>
            <a:pPr algn="just">
              <a:lnSpc>
                <a:spcPct val="15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Step 3:</a:t>
            </a:r>
            <a:r>
              <a:rPr lang="en-IN" sz="2400" dirty="0">
                <a:latin typeface="Times New Roman" panose="02020603050405020304" pitchFamily="18" charset="0"/>
                <a:cs typeface="Times New Roman" panose="02020603050405020304" pitchFamily="18" charset="0"/>
              </a:rPr>
              <a:t> Pattern matches the input.</a:t>
            </a:r>
          </a:p>
          <a:p>
            <a:pPr algn="just">
              <a:lnSpc>
                <a:spcPct val="15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Step 4:</a:t>
            </a:r>
            <a:r>
              <a:rPr lang="en-IN" sz="2400" dirty="0">
                <a:latin typeface="Times New Roman" panose="02020603050405020304" pitchFamily="18" charset="0"/>
                <a:cs typeface="Times New Roman" panose="02020603050405020304" pitchFamily="18" charset="0"/>
              </a:rPr>
              <a:t> If matched → </a:t>
            </a:r>
            <a:r>
              <a:rPr lang="en-IN" sz="2400" b="1" dirty="0">
                <a:latin typeface="Times New Roman" panose="02020603050405020304" pitchFamily="18" charset="0"/>
                <a:cs typeface="Times New Roman" panose="02020603050405020304" pitchFamily="18" charset="0"/>
              </a:rPr>
              <a:t>Valid</a:t>
            </a:r>
            <a:r>
              <a:rPr lang="en-IN" sz="2400" dirty="0">
                <a:latin typeface="Times New Roman" panose="02020603050405020304" pitchFamily="18" charset="0"/>
                <a:cs typeface="Times New Roman" panose="02020603050405020304" pitchFamily="18" charset="0"/>
              </a:rPr>
              <a:t> ✅</a:t>
            </a:r>
          </a:p>
          <a:p>
            <a:pPr algn="just">
              <a:lnSpc>
                <a:spcPct val="150000"/>
              </a:lnSpc>
            </a:pPr>
            <a:r>
              <a:rPr lang="en-IN" sz="2400"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Step 5:</a:t>
            </a:r>
            <a:r>
              <a:rPr lang="en-IN" sz="2400" dirty="0">
                <a:latin typeface="Times New Roman" panose="02020603050405020304" pitchFamily="18" charset="0"/>
                <a:cs typeface="Times New Roman" panose="02020603050405020304" pitchFamily="18" charset="0"/>
              </a:rPr>
              <a:t> If not matched → </a:t>
            </a:r>
            <a:r>
              <a:rPr lang="en-IN" sz="2400" b="1" dirty="0">
                <a:latin typeface="Times New Roman" panose="02020603050405020304" pitchFamily="18" charset="0"/>
                <a:cs typeface="Times New Roman" panose="02020603050405020304" pitchFamily="18" charset="0"/>
              </a:rPr>
              <a:t>Invalid</a:t>
            </a:r>
            <a:r>
              <a:rPr lang="en-IN" sz="2400" dirty="0">
                <a:latin typeface="Times New Roman" panose="02020603050405020304" pitchFamily="18" charset="0"/>
                <a:cs typeface="Times New Roman" panose="02020603050405020304" pitchFamily="18" charset="0"/>
              </a:rPr>
              <a:t> ❌</a:t>
            </a:r>
          </a:p>
          <a:p>
            <a:pPr algn="just">
              <a:lnSpc>
                <a:spcPct val="150000"/>
              </a:lnSpc>
            </a:pPr>
            <a:endParaRPr lang="en-IN" sz="24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A0CFBC56-DCA7-EDE1-1785-3BF1990172E1}"/>
              </a:ext>
            </a:extLst>
          </p:cNvPr>
          <p:cNvPicPr>
            <a:picLocks noChangeAspect="1"/>
          </p:cNvPicPr>
          <p:nvPr/>
        </p:nvPicPr>
        <p:blipFill>
          <a:blip r:embed="rId3"/>
          <a:stretch>
            <a:fillRect/>
          </a:stretch>
        </p:blipFill>
        <p:spPr>
          <a:xfrm>
            <a:off x="7454096" y="2106815"/>
            <a:ext cx="3310359" cy="2977730"/>
          </a:xfrm>
          <a:prstGeom prst="rect">
            <a:avLst/>
          </a:prstGeom>
          <a:ln w="2286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2056B1CE-9991-BCF8-AE34-E641F2C8E5D9}"/>
              </a:ext>
            </a:extLst>
          </p:cNvPr>
          <p:cNvSpPr>
            <a:spLocks noGrp="1"/>
          </p:cNvSpPr>
          <p:nvPr>
            <p:ph type="title"/>
          </p:nvPr>
        </p:nvSpPr>
        <p:spPr>
          <a:xfrm>
            <a:off x="797932" y="952222"/>
            <a:ext cx="10515600" cy="1025525"/>
          </a:xfrm>
        </p:spPr>
        <p:txBody>
          <a:bodyPr/>
          <a:lstStyle/>
          <a:p>
            <a:pPr algn="ctr" eaLnBrk="1" hangingPunct="1"/>
            <a:r>
              <a:rPr lang="en-US" altLang="en-US" sz="3500" b="1" dirty="0">
                <a:latin typeface="Times New Roman" panose="02020603050405020304" pitchFamily="18" charset="0"/>
                <a:cs typeface="Times New Roman" panose="02020603050405020304" pitchFamily="18" charset="0"/>
              </a:rPr>
              <a:t>Result</a:t>
            </a:r>
          </a:p>
        </p:txBody>
      </p:sp>
      <p:pic>
        <p:nvPicPr>
          <p:cNvPr id="21508" name="image3.png" descr="C:\Users\ADMIN\AppData\Local\Microsoft\Windows\INetCache\Content.MSO\C29DB0A6.tmp">
            <a:extLst>
              <a:ext uri="{FF2B5EF4-FFF2-40B4-BE49-F238E27FC236}">
                <a16:creationId xmlns:a16="http://schemas.microsoft.com/office/drawing/2014/main" id="{6FCA5FFD-0336-CB74-6678-03114A11CB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135" y="52388"/>
            <a:ext cx="11629505" cy="745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1" name="Slide Number Placeholder 6">
            <a:extLst>
              <a:ext uri="{FF2B5EF4-FFF2-40B4-BE49-F238E27FC236}">
                <a16:creationId xmlns:a16="http://schemas.microsoft.com/office/drawing/2014/main" id="{3AFA2360-6FBF-B2FB-9AB0-4A7D9E5D61A8}"/>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368535DF-74FD-449E-A728-95640FBC9D3C}" type="slidenum">
              <a:rPr lang="en-US" altLang="en-US">
                <a:solidFill>
                  <a:srgbClr val="898989"/>
                </a:solidFill>
              </a:rPr>
              <a:pPr/>
              <a:t>7</a:t>
            </a:fld>
            <a:endParaRPr lang="en-US" altLang="en-US">
              <a:solidFill>
                <a:srgbClr val="898989"/>
              </a:solidFill>
            </a:endParaRPr>
          </a:p>
        </p:txBody>
      </p:sp>
      <p:sp>
        <p:nvSpPr>
          <p:cNvPr id="2" name="Content Placeholder 1">
            <a:extLst>
              <a:ext uri="{FF2B5EF4-FFF2-40B4-BE49-F238E27FC236}">
                <a16:creationId xmlns:a16="http://schemas.microsoft.com/office/drawing/2014/main" id="{6A54CC8B-C53A-B015-99E7-5673C752E8A4}"/>
              </a:ext>
            </a:extLst>
          </p:cNvPr>
          <p:cNvSpPr>
            <a:spLocks noGrp="1" noChangeArrowheads="1"/>
          </p:cNvSpPr>
          <p:nvPr>
            <p:ph idx="1"/>
          </p:nvPr>
        </p:nvSpPr>
        <p:spPr bwMode="auto">
          <a:xfrm>
            <a:off x="1306286" y="1968494"/>
            <a:ext cx="10007246" cy="4191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50000"/>
              </a:lnSpc>
              <a:spcBef>
                <a:spcPct val="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implementation of Regular Expressions (Regex) significantly improves the accuracy and efficiency of text processing by validating input against predefined patterns. It reduces manual errors, saves processing time, and ensures consistent, high-quality data across applications. Regex enables fast and reliable pattern matching, making it an essential tool in web development, data validation, search engines, and Natural Language Processing (NLP)</a:t>
            </a:r>
            <a:r>
              <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Key Results:</a:t>
            </a:r>
            <a:endParaRPr lang="en-IN" altLang="en-US" sz="2000" dirty="0">
              <a:latin typeface="Times New Roman" panose="02020603050405020304" pitchFamily="18" charset="0"/>
              <a:cs typeface="Times New Roman" panose="02020603050405020304" pitchFamily="18" charset="0"/>
            </a:endParaRPr>
          </a:p>
          <a:p>
            <a:pPr lvl="0" algn="just">
              <a:lnSpc>
                <a:spcPct val="150000"/>
              </a:lnSpc>
              <a:spcBef>
                <a:spcPct val="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High accuracy in pattern matching and input validation.</a:t>
            </a:r>
          </a:p>
          <a:p>
            <a:pPr lvl="0" algn="just">
              <a:lnSpc>
                <a:spcPct val="150000"/>
              </a:lnSpc>
              <a:spcBef>
                <a:spcPct val="0"/>
              </a:spcBef>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Faster data processing with reduced computational effort.</a:t>
            </a:r>
            <a:endPar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algn="just">
              <a:lnSpc>
                <a:spcPct val="150000"/>
              </a:lnSpc>
              <a:spcBef>
                <a:spcPct val="0"/>
              </a:spcBef>
              <a:buFont typeface="Wingdings" panose="05000000000000000000" pitchFamily="2" charset="2"/>
              <a:buChar char="Ø"/>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93C92FB3-4C7E-761D-28FB-2A5CC931C774}"/>
              </a:ext>
            </a:extLst>
          </p:cNvPr>
          <p:cNvSpPr>
            <a:spLocks noGrp="1"/>
          </p:cNvSpPr>
          <p:nvPr>
            <p:ph type="title"/>
          </p:nvPr>
        </p:nvSpPr>
        <p:spPr>
          <a:xfrm>
            <a:off x="838200" y="864299"/>
            <a:ext cx="10515600" cy="1025525"/>
          </a:xfrm>
        </p:spPr>
        <p:txBody>
          <a:bodyPr/>
          <a:lstStyle/>
          <a:p>
            <a:pPr algn="ctr" eaLnBrk="1" hangingPunct="1"/>
            <a:r>
              <a:rPr lang="en-US" altLang="en-US" sz="3500" b="1" dirty="0">
                <a:latin typeface="Times New Roman" panose="02020603050405020304" pitchFamily="18" charset="0"/>
                <a:cs typeface="Times New Roman" panose="02020603050405020304" pitchFamily="18" charset="0"/>
              </a:rPr>
              <a:t>CONCLUSION</a:t>
            </a:r>
          </a:p>
        </p:txBody>
      </p:sp>
      <p:pic>
        <p:nvPicPr>
          <p:cNvPr id="20484" name="image3.png" descr="C:\Users\ADMIN\AppData\Local\Microsoft\Windows\INetCache\Content.MSO\C29DB0A6.tmp">
            <a:extLst>
              <a:ext uri="{FF2B5EF4-FFF2-40B4-BE49-F238E27FC236}">
                <a16:creationId xmlns:a16="http://schemas.microsoft.com/office/drawing/2014/main" id="{1986669C-5808-C6B8-2090-F25E676347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 y="52387"/>
            <a:ext cx="11787447" cy="81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Slide Number Placeholder 6">
            <a:extLst>
              <a:ext uri="{FF2B5EF4-FFF2-40B4-BE49-F238E27FC236}">
                <a16:creationId xmlns:a16="http://schemas.microsoft.com/office/drawing/2014/main" id="{3AD1FF1E-8DD2-6751-3392-03FAC022EDC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547600E-B350-4D5E-B974-60D7C5474811}" type="slidenum">
              <a:rPr lang="en-US" altLang="en-US">
                <a:solidFill>
                  <a:srgbClr val="898989"/>
                </a:solidFill>
              </a:rPr>
              <a:pPr/>
              <a:t>8</a:t>
            </a:fld>
            <a:endParaRPr lang="en-US" altLang="en-US">
              <a:solidFill>
                <a:srgbClr val="898989"/>
              </a:solidFill>
            </a:endParaRPr>
          </a:p>
        </p:txBody>
      </p:sp>
      <p:sp>
        <p:nvSpPr>
          <p:cNvPr id="3" name="Rectangle 1">
            <a:extLst>
              <a:ext uri="{FF2B5EF4-FFF2-40B4-BE49-F238E27FC236}">
                <a16:creationId xmlns:a16="http://schemas.microsoft.com/office/drawing/2014/main" id="{1D26DD00-AD37-6863-A5B9-7F76EDDE5CDE}"/>
              </a:ext>
            </a:extLst>
          </p:cNvPr>
          <p:cNvSpPr>
            <a:spLocks noGrp="1" noChangeArrowheads="1"/>
          </p:cNvSpPr>
          <p:nvPr>
            <p:ph idx="1"/>
          </p:nvPr>
        </p:nvSpPr>
        <p:spPr bwMode="auto">
          <a:xfrm>
            <a:off x="838200" y="2335716"/>
            <a:ext cx="10707624" cy="3078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50000"/>
              </a:lnSpc>
              <a:spcBef>
                <a:spcPct val="0"/>
              </a:spcBef>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Regular Expressions (Regex) are an essential technique for efficient text processing and pattern matching. They help developers process large amounts of textual data quickly and accurately. Because of their simplicity, speed, and wide range of applications, Regex remains a fundamental tool in programming, web development, data analysis, and Natural Language Processing (NLP). Understanding Regex is an important step toward building intelligent and efficient software applications.</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31CE8-3112-A735-70C1-F2DFD84788A6}"/>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2BDC3D9F-81A1-93CB-544D-1BB4777F65E1}"/>
              </a:ext>
            </a:extLst>
          </p:cNvPr>
          <p:cNvSpPr>
            <a:spLocks noGrp="1"/>
          </p:cNvSpPr>
          <p:nvPr>
            <p:ph type="title"/>
          </p:nvPr>
        </p:nvSpPr>
        <p:spPr>
          <a:xfrm>
            <a:off x="838200" y="864299"/>
            <a:ext cx="10515600" cy="1025525"/>
          </a:xfrm>
        </p:spPr>
        <p:txBody>
          <a:bodyPr/>
          <a:lstStyle/>
          <a:p>
            <a:pPr algn="ctr" eaLnBrk="1" hangingPunct="1"/>
            <a:r>
              <a:rPr lang="en-IN" sz="3600" dirty="0">
                <a:latin typeface="Times New Roman" panose="02020603050405020304" pitchFamily="18" charset="0"/>
                <a:cs typeface="Times New Roman" panose="02020603050405020304" pitchFamily="18" charset="0"/>
              </a:rPr>
              <a:t>Future Scope</a:t>
            </a:r>
            <a:endParaRPr lang="en-US" altLang="en-US" sz="3500" b="1" dirty="0">
              <a:latin typeface="Times New Roman" panose="02020603050405020304" pitchFamily="18" charset="0"/>
              <a:cs typeface="Times New Roman" panose="02020603050405020304" pitchFamily="18" charset="0"/>
            </a:endParaRPr>
          </a:p>
        </p:txBody>
      </p:sp>
      <p:pic>
        <p:nvPicPr>
          <p:cNvPr id="20484" name="image3.png" descr="C:\Users\ADMIN\AppData\Local\Microsoft\Windows\INetCache\Content.MSO\C29DB0A6.tmp">
            <a:extLst>
              <a:ext uri="{FF2B5EF4-FFF2-40B4-BE49-F238E27FC236}">
                <a16:creationId xmlns:a16="http://schemas.microsoft.com/office/drawing/2014/main" id="{62E67FC4-7BF2-3391-8555-F1612AA2FB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 y="52387"/>
            <a:ext cx="11787447" cy="81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7" name="Slide Number Placeholder 6">
            <a:extLst>
              <a:ext uri="{FF2B5EF4-FFF2-40B4-BE49-F238E27FC236}">
                <a16:creationId xmlns:a16="http://schemas.microsoft.com/office/drawing/2014/main" id="{7DDFE485-6B46-9BF5-DCC8-910E4CC3CA5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F547600E-B350-4D5E-B974-60D7C5474811}" type="slidenum">
              <a:rPr lang="en-US" altLang="en-US">
                <a:solidFill>
                  <a:srgbClr val="898989"/>
                </a:solidFill>
              </a:rPr>
              <a:pPr/>
              <a:t>9</a:t>
            </a:fld>
            <a:endParaRPr lang="en-US" altLang="en-US">
              <a:solidFill>
                <a:srgbClr val="898989"/>
              </a:solidFill>
            </a:endParaRPr>
          </a:p>
        </p:txBody>
      </p:sp>
      <p:sp>
        <p:nvSpPr>
          <p:cNvPr id="3" name="Rectangle 1">
            <a:extLst>
              <a:ext uri="{FF2B5EF4-FFF2-40B4-BE49-F238E27FC236}">
                <a16:creationId xmlns:a16="http://schemas.microsoft.com/office/drawing/2014/main" id="{F6C53735-2E71-0945-1C06-5D26F1957355}"/>
              </a:ext>
            </a:extLst>
          </p:cNvPr>
          <p:cNvSpPr>
            <a:spLocks noGrp="1" noChangeArrowheads="1"/>
          </p:cNvSpPr>
          <p:nvPr>
            <p:ph idx="1"/>
          </p:nvPr>
        </p:nvSpPr>
        <p:spPr bwMode="auto">
          <a:xfrm>
            <a:off x="838200" y="2196415"/>
            <a:ext cx="10707624" cy="3357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a:lnSpc>
                <a:spcPct val="150000"/>
              </a:lnSpc>
              <a:spcBef>
                <a:spcPct val="0"/>
              </a:spcBef>
              <a:buFont typeface="Wingdings" panose="05000000000000000000" pitchFamily="2" charset="2"/>
              <a:buChar char="Ø"/>
            </a:pPr>
            <a:r>
              <a:rPr lang="en-IN" sz="2400" dirty="0">
                <a:latin typeface="Times New Roman" panose="02020603050405020304" pitchFamily="18" charset="0"/>
                <a:cs typeface="Times New Roman" panose="02020603050405020304" pitchFamily="18" charset="0"/>
              </a:rPr>
              <a:t>Regular Expressions (Regex) will continue to play an important role in text processing and Natural Language Processing (NLP). They will be widely used in Artificial Intelligence (AI), chatbots, machine learning, cybersecurity, and big data analytics for faster and more accurate text analysis. As digital data continues to grow, Regex will remain an essential tool for automating text validation, information extraction, and data processing.</a:t>
            </a:r>
            <a:endPar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64711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AF242230-6D41-550D-3E7E-3C8D0875E93E}"/>
              </a:ext>
            </a:extLst>
          </p:cNvPr>
          <p:cNvSpPr>
            <a:spLocks noGrp="1"/>
          </p:cNvSpPr>
          <p:nvPr>
            <p:ph type="title"/>
          </p:nvPr>
        </p:nvSpPr>
        <p:spPr>
          <a:xfrm>
            <a:off x="838200" y="2011330"/>
            <a:ext cx="10515600" cy="2125663"/>
          </a:xfrm>
        </p:spPr>
        <p:txBody>
          <a:bodyPr/>
          <a:lstStyle/>
          <a:p>
            <a:pPr algn="ctr" eaLnBrk="1" hangingPunct="1"/>
            <a:r>
              <a:rPr lang="en-US" altLang="en-US" sz="7200">
                <a:latin typeface="Times New Roman" panose="02020603050405020304" pitchFamily="18" charset="0"/>
                <a:cs typeface="Times New Roman" panose="02020603050405020304" pitchFamily="18" charset="0"/>
              </a:rPr>
              <a:t>THANK YOU </a:t>
            </a:r>
          </a:p>
        </p:txBody>
      </p:sp>
      <p:sp>
        <p:nvSpPr>
          <p:cNvPr id="23558" name="Slide Number Placeholder 6">
            <a:extLst>
              <a:ext uri="{FF2B5EF4-FFF2-40B4-BE49-F238E27FC236}">
                <a16:creationId xmlns:a16="http://schemas.microsoft.com/office/drawing/2014/main" id="{492536D4-61C8-E770-5959-37540646D52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62AE8DE-1EA3-41B9-9840-86CC5B183BEF}" type="slidenum">
              <a:rPr lang="en-US" altLang="en-US">
                <a:solidFill>
                  <a:srgbClr val="898989"/>
                </a:solidFill>
              </a:rPr>
              <a:pPr/>
              <a:t>10</a:t>
            </a:fld>
            <a:endParaRPr lang="en-US" altLang="en-US">
              <a:solidFill>
                <a:srgbClr val="89898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TotalTime>
  <Words>692</Words>
  <Application>Microsoft Office PowerPoint</Application>
  <PresentationFormat>Widescreen</PresentationFormat>
  <Paragraphs>80</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Times New Roman</vt:lpstr>
      <vt:lpstr>Wingdings</vt:lpstr>
      <vt:lpstr>Office Theme</vt:lpstr>
      <vt:lpstr>Regular Expressions for Real-World Text Processing</vt:lpstr>
      <vt:lpstr>INTRODUCTION </vt:lpstr>
      <vt:lpstr>Common Regex Symbols</vt:lpstr>
      <vt:lpstr>PowerPoint Presentation</vt:lpstr>
      <vt:lpstr>Email Validation</vt:lpstr>
      <vt:lpstr>Working Process of Regex</vt:lpstr>
      <vt:lpstr>Result</vt:lpstr>
      <vt:lpstr>CONCLUSION</vt:lpstr>
      <vt:lpstr>Future Scope</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THE PROJECT</dc:title>
  <dc:creator>win10</dc:creator>
  <cp:lastModifiedBy>reddy hemanth</cp:lastModifiedBy>
  <cp:revision>1</cp:revision>
  <dcterms:created xsi:type="dcterms:W3CDTF">2025-03-26T04:06:15Z</dcterms:created>
  <dcterms:modified xsi:type="dcterms:W3CDTF">2026-07-15T06:20:02Z</dcterms:modified>
</cp:coreProperties>
</file>